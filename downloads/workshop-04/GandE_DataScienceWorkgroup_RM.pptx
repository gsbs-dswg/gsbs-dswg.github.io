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0"/>
  </p:notesMasterIdLst>
  <p:sldIdLst>
    <p:sldId id="256" r:id="rId2"/>
    <p:sldId id="385" r:id="rId3"/>
    <p:sldId id="376" r:id="rId4"/>
    <p:sldId id="377" r:id="rId5"/>
    <p:sldId id="393" r:id="rId6"/>
    <p:sldId id="313" r:id="rId7"/>
    <p:sldId id="330" r:id="rId8"/>
    <p:sldId id="261" r:id="rId9"/>
    <p:sldId id="258" r:id="rId10"/>
    <p:sldId id="311" r:id="rId11"/>
    <p:sldId id="319" r:id="rId12"/>
    <p:sldId id="312" r:id="rId13"/>
    <p:sldId id="302" r:id="rId14"/>
    <p:sldId id="360" r:id="rId15"/>
    <p:sldId id="365" r:id="rId16"/>
    <p:sldId id="304" r:id="rId17"/>
    <p:sldId id="374" r:id="rId18"/>
    <p:sldId id="264" r:id="rId19"/>
    <p:sldId id="390" r:id="rId20"/>
    <p:sldId id="386" r:id="rId21"/>
    <p:sldId id="387" r:id="rId22"/>
    <p:sldId id="388" r:id="rId23"/>
    <p:sldId id="389" r:id="rId24"/>
    <p:sldId id="362" r:id="rId25"/>
    <p:sldId id="364" r:id="rId26"/>
    <p:sldId id="391" r:id="rId27"/>
    <p:sldId id="384" r:id="rId28"/>
    <p:sldId id="392" r:id="rId29"/>
    <p:sldId id="354" r:id="rId30"/>
    <p:sldId id="355" r:id="rId31"/>
    <p:sldId id="286" r:id="rId32"/>
    <p:sldId id="267" r:id="rId33"/>
    <p:sldId id="295" r:id="rId34"/>
    <p:sldId id="394" r:id="rId35"/>
    <p:sldId id="396" r:id="rId36"/>
    <p:sldId id="371" r:id="rId37"/>
    <p:sldId id="373" r:id="rId38"/>
    <p:sldId id="39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9A79AE-066B-0342-9981-842D462EF8E7}">
          <p14:sldIdLst>
            <p14:sldId id="256"/>
            <p14:sldId id="385"/>
            <p14:sldId id="376"/>
            <p14:sldId id="377"/>
            <p14:sldId id="393"/>
          </p14:sldIdLst>
        </p14:section>
        <p14:section name="Foundations of Methylation" id="{C99C5E50-8536-1047-B691-B41EE1201FAC}">
          <p14:sldIdLst>
            <p14:sldId id="313"/>
            <p14:sldId id="330"/>
            <p14:sldId id="261"/>
            <p14:sldId id="258"/>
            <p14:sldId id="311"/>
            <p14:sldId id="319"/>
            <p14:sldId id="312"/>
          </p14:sldIdLst>
        </p14:section>
        <p14:section name="Bisulfite Conversion" id="{2F0375E4-292F-D44A-8DF6-681FC6AFD8DE}">
          <p14:sldIdLst>
            <p14:sldId id="302"/>
            <p14:sldId id="360"/>
            <p14:sldId id="365"/>
            <p14:sldId id="304"/>
            <p14:sldId id="374"/>
          </p14:sldIdLst>
        </p14:section>
        <p14:section name="Analysis" id="{5148F786-92CB-8048-8439-6BE5780FAF67}">
          <p14:sldIdLst>
            <p14:sldId id="264"/>
            <p14:sldId id="390"/>
            <p14:sldId id="386"/>
            <p14:sldId id="387"/>
            <p14:sldId id="388"/>
            <p14:sldId id="389"/>
            <p14:sldId id="362"/>
            <p14:sldId id="364"/>
            <p14:sldId id="391"/>
          </p14:sldIdLst>
        </p14:section>
        <p14:section name="Examples" id="{2368B947-9ED9-B347-8E8A-845359A9EA62}">
          <p14:sldIdLst>
            <p14:sldId id="384"/>
            <p14:sldId id="392"/>
            <p14:sldId id="354"/>
            <p14:sldId id="355"/>
            <p14:sldId id="286"/>
            <p14:sldId id="267"/>
            <p14:sldId id="295"/>
            <p14:sldId id="394"/>
            <p14:sldId id="396"/>
            <p14:sldId id="371"/>
            <p14:sldId id="373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9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04284-FDC4-244C-8342-EC590C20D60B}" v="152" dt="2025-11-13T19:38:41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26"/>
    <p:restoredTop sz="93198"/>
  </p:normalViewPr>
  <p:slideViewPr>
    <p:cSldViewPr snapToGrid="0">
      <p:cViewPr varScale="1">
        <p:scale>
          <a:sx n="112" d="100"/>
          <a:sy n="112" d="100"/>
        </p:scale>
        <p:origin x="20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lqueen,Ryan" userId="60895dfe-2672-4256-851f-fb7e6ab45c06" providerId="ADAL" clId="{01FBA35A-7CF2-542C-8D50-9F570050C25C}"/>
    <pc:docChg chg="undo custSel addSld delSld modSld sldOrd modSection">
      <pc:chgData name="Mulqueen,Ryan" userId="60895dfe-2672-4256-851f-fb7e6ab45c06" providerId="ADAL" clId="{01FBA35A-7CF2-542C-8D50-9F570050C25C}" dt="2025-11-13T20:33:29.771" v="3001" actId="21"/>
      <pc:docMkLst>
        <pc:docMk/>
      </pc:docMkLst>
      <pc:sldChg chg="modSp mod">
        <pc:chgData name="Mulqueen,Ryan" userId="60895dfe-2672-4256-851f-fb7e6ab45c06" providerId="ADAL" clId="{01FBA35A-7CF2-542C-8D50-9F570050C25C}" dt="2025-11-13T15:06:57.187" v="2745" actId="1076"/>
        <pc:sldMkLst>
          <pc:docMk/>
          <pc:sldMk cId="981401571" sldId="261"/>
        </pc:sldMkLst>
        <pc:spChg chg="mod">
          <ac:chgData name="Mulqueen,Ryan" userId="60895dfe-2672-4256-851f-fb7e6ab45c06" providerId="ADAL" clId="{01FBA35A-7CF2-542C-8D50-9F570050C25C}" dt="2025-11-13T15:06:57.187" v="2745" actId="1076"/>
          <ac:spMkLst>
            <pc:docMk/>
            <pc:sldMk cId="981401571" sldId="261"/>
            <ac:spMk id="8" creationId="{0CD14578-45D6-A412-F6B1-66254325C389}"/>
          </ac:spMkLst>
        </pc:spChg>
        <pc:picChg chg="mod">
          <ac:chgData name="Mulqueen,Ryan" userId="60895dfe-2672-4256-851f-fb7e6ab45c06" providerId="ADAL" clId="{01FBA35A-7CF2-542C-8D50-9F570050C25C}" dt="2025-11-13T15:06:54.236" v="2744" actId="1076"/>
          <ac:picMkLst>
            <pc:docMk/>
            <pc:sldMk cId="981401571" sldId="261"/>
            <ac:picMk id="5" creationId="{318D8AA0-5B33-5E87-D324-AA5DA90C3B3F}"/>
          </ac:picMkLst>
        </pc:picChg>
      </pc:sldChg>
      <pc:sldChg chg="delSp modSp mod modAnim">
        <pc:chgData name="Mulqueen,Ryan" userId="60895dfe-2672-4256-851f-fb7e6ab45c06" providerId="ADAL" clId="{01FBA35A-7CF2-542C-8D50-9F570050C25C}" dt="2025-11-13T00:00:13.489" v="2234" actId="207"/>
        <pc:sldMkLst>
          <pc:docMk/>
          <pc:sldMk cId="1000712556" sldId="264"/>
        </pc:sldMkLst>
        <pc:spChg chg="mod">
          <ac:chgData name="Mulqueen,Ryan" userId="60895dfe-2672-4256-851f-fb7e6ab45c06" providerId="ADAL" clId="{01FBA35A-7CF2-542C-8D50-9F570050C25C}" dt="2025-11-13T00:00:13.489" v="2234" actId="207"/>
          <ac:spMkLst>
            <pc:docMk/>
            <pc:sldMk cId="1000712556" sldId="264"/>
            <ac:spMk id="21" creationId="{426F62DF-C5AD-565B-F2D3-11EFDFAABB2E}"/>
          </ac:spMkLst>
        </pc:spChg>
      </pc:sldChg>
      <pc:sldChg chg="modSp mod">
        <pc:chgData name="Mulqueen,Ryan" userId="60895dfe-2672-4256-851f-fb7e6ab45c06" providerId="ADAL" clId="{01FBA35A-7CF2-542C-8D50-9F570050C25C}" dt="2025-11-13T00:11:43.354" v="2566" actId="20577"/>
        <pc:sldMkLst>
          <pc:docMk/>
          <pc:sldMk cId="237152031" sldId="267"/>
        </pc:sldMkLst>
        <pc:spChg chg="mod">
          <ac:chgData name="Mulqueen,Ryan" userId="60895dfe-2672-4256-851f-fb7e6ab45c06" providerId="ADAL" clId="{01FBA35A-7CF2-542C-8D50-9F570050C25C}" dt="2025-11-13T00:11:43.354" v="2566" actId="20577"/>
          <ac:spMkLst>
            <pc:docMk/>
            <pc:sldMk cId="237152031" sldId="267"/>
            <ac:spMk id="2" creationId="{FE4315C8-0E93-EB4C-9D29-82E292C5E8CA}"/>
          </ac:spMkLst>
        </pc:spChg>
      </pc:sldChg>
      <pc:sldChg chg="addSp delSp modSp mod">
        <pc:chgData name="Mulqueen,Ryan" userId="60895dfe-2672-4256-851f-fb7e6ab45c06" providerId="ADAL" clId="{01FBA35A-7CF2-542C-8D50-9F570050C25C}" dt="2025-11-12T23:35:51.861" v="847" actId="1076"/>
        <pc:sldMkLst>
          <pc:docMk/>
          <pc:sldMk cId="2487795149" sldId="286"/>
        </pc:sldMkLst>
        <pc:spChg chg="add del mod topLvl">
          <ac:chgData name="Mulqueen,Ryan" userId="60895dfe-2672-4256-851f-fb7e6ab45c06" providerId="ADAL" clId="{01FBA35A-7CF2-542C-8D50-9F570050C25C}" dt="2025-11-12T23:35:20.381" v="840" actId="20577"/>
          <ac:spMkLst>
            <pc:docMk/>
            <pc:sldMk cId="2487795149" sldId="286"/>
            <ac:spMk id="2" creationId="{544A562E-0AC2-7486-3E33-E144B51964D0}"/>
          </ac:spMkLst>
        </pc:spChg>
        <pc:grpChg chg="add del">
          <ac:chgData name="Mulqueen,Ryan" userId="60895dfe-2672-4256-851f-fb7e6ab45c06" providerId="ADAL" clId="{01FBA35A-7CF2-542C-8D50-9F570050C25C}" dt="2025-11-12T23:35:16.332" v="837" actId="478"/>
          <ac:grpSpMkLst>
            <pc:docMk/>
            <pc:sldMk cId="2487795149" sldId="286"/>
            <ac:grpSpMk id="3" creationId="{AD9DD3AC-08BF-A311-624D-AA303AB06974}"/>
          </ac:grpSpMkLst>
        </pc:grpChg>
        <pc:grpChg chg="del">
          <ac:chgData name="Mulqueen,Ryan" userId="60895dfe-2672-4256-851f-fb7e6ab45c06" providerId="ADAL" clId="{01FBA35A-7CF2-542C-8D50-9F570050C25C}" dt="2025-11-12T23:35:42.618" v="842" actId="478"/>
          <ac:grpSpMkLst>
            <pc:docMk/>
            <pc:sldMk cId="2487795149" sldId="286"/>
            <ac:grpSpMk id="11" creationId="{9B40C142-1C84-2E22-431E-0F0E9D764787}"/>
          </ac:grpSpMkLst>
        </pc:grpChg>
        <pc:picChg chg="add del mod">
          <ac:chgData name="Mulqueen,Ryan" userId="60895dfe-2672-4256-851f-fb7e6ab45c06" providerId="ADAL" clId="{01FBA35A-7CF2-542C-8D50-9F570050C25C}" dt="2025-11-12T23:35:09.594" v="835" actId="478"/>
          <ac:picMkLst>
            <pc:docMk/>
            <pc:sldMk cId="2487795149" sldId="286"/>
            <ac:picMk id="4" creationId="{4AD65E3A-2B53-2C2A-9983-C936135ECB9F}"/>
          </ac:picMkLst>
        </pc:picChg>
        <pc:picChg chg="add mod">
          <ac:chgData name="Mulqueen,Ryan" userId="60895dfe-2672-4256-851f-fb7e6ab45c06" providerId="ADAL" clId="{01FBA35A-7CF2-542C-8D50-9F570050C25C}" dt="2025-11-12T23:35:49.554" v="846" actId="14100"/>
          <ac:picMkLst>
            <pc:docMk/>
            <pc:sldMk cId="2487795149" sldId="286"/>
            <ac:picMk id="5" creationId="{4C2152FE-0FCE-0382-C0F1-13AFED461900}"/>
          </ac:picMkLst>
        </pc:picChg>
        <pc:picChg chg="add mod">
          <ac:chgData name="Mulqueen,Ryan" userId="60895dfe-2672-4256-851f-fb7e6ab45c06" providerId="ADAL" clId="{01FBA35A-7CF2-542C-8D50-9F570050C25C}" dt="2025-11-12T23:35:51.861" v="847" actId="1076"/>
          <ac:picMkLst>
            <pc:docMk/>
            <pc:sldMk cId="2487795149" sldId="286"/>
            <ac:picMk id="7" creationId="{1BB42F0E-3B4D-1925-CA1A-E857EF7D7351}"/>
          </ac:picMkLst>
        </pc:picChg>
        <pc:picChg chg="mod topLvl">
          <ac:chgData name="Mulqueen,Ryan" userId="60895dfe-2672-4256-851f-fb7e6ab45c06" providerId="ADAL" clId="{01FBA35A-7CF2-542C-8D50-9F570050C25C}" dt="2025-11-12T23:35:16.332" v="837" actId="478"/>
          <ac:picMkLst>
            <pc:docMk/>
            <pc:sldMk cId="2487795149" sldId="286"/>
            <ac:picMk id="9" creationId="{5BFC9AFF-3B55-5BE7-CF76-57C89FFD1575}"/>
          </ac:picMkLst>
        </pc:picChg>
      </pc:sldChg>
      <pc:sldChg chg="delSp del mod">
        <pc:chgData name="Mulqueen,Ryan" userId="60895dfe-2672-4256-851f-fb7e6ab45c06" providerId="ADAL" clId="{01FBA35A-7CF2-542C-8D50-9F570050C25C}" dt="2025-11-12T23:36:04.149" v="848" actId="2696"/>
        <pc:sldMkLst>
          <pc:docMk/>
          <pc:sldMk cId="4038136548" sldId="287"/>
        </pc:sldMkLst>
        <pc:picChg chg="del">
          <ac:chgData name="Mulqueen,Ryan" userId="60895dfe-2672-4256-851f-fb7e6ab45c06" providerId="ADAL" clId="{01FBA35A-7CF2-542C-8D50-9F570050C25C}" dt="2025-11-12T23:35:41.224" v="841" actId="21"/>
          <ac:picMkLst>
            <pc:docMk/>
            <pc:sldMk cId="4038136548" sldId="287"/>
            <ac:picMk id="3" creationId="{3BCB160C-2BDD-74E0-7DC5-A9013BD1DC82}"/>
          </ac:picMkLst>
        </pc:picChg>
        <pc:picChg chg="del">
          <ac:chgData name="Mulqueen,Ryan" userId="60895dfe-2672-4256-851f-fb7e6ab45c06" providerId="ADAL" clId="{01FBA35A-7CF2-542C-8D50-9F570050C25C}" dt="2025-11-12T23:35:41.224" v="841" actId="21"/>
          <ac:picMkLst>
            <pc:docMk/>
            <pc:sldMk cId="4038136548" sldId="287"/>
            <ac:picMk id="7" creationId="{1E2739E5-E906-E5BA-E9C0-6E0C05133B6A}"/>
          </ac:picMkLst>
        </pc:picChg>
      </pc:sldChg>
      <pc:sldChg chg="addSp delSp modSp mod">
        <pc:chgData name="Mulqueen,Ryan" userId="60895dfe-2672-4256-851f-fb7e6ab45c06" providerId="ADAL" clId="{01FBA35A-7CF2-542C-8D50-9F570050C25C}" dt="2025-11-13T00:12:06.478" v="2607" actId="20577"/>
        <pc:sldMkLst>
          <pc:docMk/>
          <pc:sldMk cId="881460134" sldId="295"/>
        </pc:sldMkLst>
        <pc:spChg chg="mod">
          <ac:chgData name="Mulqueen,Ryan" userId="60895dfe-2672-4256-851f-fb7e6ab45c06" providerId="ADAL" clId="{01FBA35A-7CF2-542C-8D50-9F570050C25C}" dt="2025-11-13T00:11:51.457" v="2594" actId="20577"/>
          <ac:spMkLst>
            <pc:docMk/>
            <pc:sldMk cId="881460134" sldId="295"/>
            <ac:spMk id="2" creationId="{E48ABC9B-FBBB-D154-B404-C1371645DDCB}"/>
          </ac:spMkLst>
        </pc:spChg>
        <pc:spChg chg="mod">
          <ac:chgData name="Mulqueen,Ryan" userId="60895dfe-2672-4256-851f-fb7e6ab45c06" providerId="ADAL" clId="{01FBA35A-7CF2-542C-8D50-9F570050C25C}" dt="2025-11-13T00:12:00.522" v="2600" actId="20577"/>
          <ac:spMkLst>
            <pc:docMk/>
            <pc:sldMk cId="881460134" sldId="295"/>
            <ac:spMk id="3" creationId="{B366455E-8EA0-3309-54BA-600FA41023D4}"/>
          </ac:spMkLst>
        </pc:spChg>
        <pc:spChg chg="del topLvl">
          <ac:chgData name="Mulqueen,Ryan" userId="60895dfe-2672-4256-851f-fb7e6ab45c06" providerId="ADAL" clId="{01FBA35A-7CF2-542C-8D50-9F570050C25C}" dt="2025-11-13T00:11:55.257" v="2595" actId="478"/>
          <ac:spMkLst>
            <pc:docMk/>
            <pc:sldMk cId="881460134" sldId="295"/>
            <ac:spMk id="6" creationId="{80AC160C-D178-1806-FD55-A926968D6A0E}"/>
          </ac:spMkLst>
        </pc:spChg>
        <pc:spChg chg="add mod">
          <ac:chgData name="Mulqueen,Ryan" userId="60895dfe-2672-4256-851f-fb7e6ab45c06" providerId="ADAL" clId="{01FBA35A-7CF2-542C-8D50-9F570050C25C}" dt="2025-11-13T00:12:06.478" v="2607" actId="20577"/>
          <ac:spMkLst>
            <pc:docMk/>
            <pc:sldMk cId="881460134" sldId="295"/>
            <ac:spMk id="8" creationId="{42B376C2-528E-DB74-C5B6-8AE46FC8A57A}"/>
          </ac:spMkLst>
        </pc:spChg>
        <pc:grpChg chg="del">
          <ac:chgData name="Mulqueen,Ryan" userId="60895dfe-2672-4256-851f-fb7e6ab45c06" providerId="ADAL" clId="{01FBA35A-7CF2-542C-8D50-9F570050C25C}" dt="2025-11-13T00:11:55.257" v="2595" actId="478"/>
          <ac:grpSpMkLst>
            <pc:docMk/>
            <pc:sldMk cId="881460134" sldId="295"/>
            <ac:grpSpMk id="5" creationId="{03BB1020-59CF-AA29-F1DB-C3DD052673E5}"/>
          </ac:grpSpMkLst>
        </pc:grpChg>
        <pc:picChg chg="topLvl">
          <ac:chgData name="Mulqueen,Ryan" userId="60895dfe-2672-4256-851f-fb7e6ab45c06" providerId="ADAL" clId="{01FBA35A-7CF2-542C-8D50-9F570050C25C}" dt="2025-11-13T00:11:55.257" v="2595" actId="478"/>
          <ac:picMkLst>
            <pc:docMk/>
            <pc:sldMk cId="881460134" sldId="295"/>
            <ac:picMk id="4" creationId="{242250C1-DBCC-2564-EEE0-703735366403}"/>
          </ac:picMkLst>
        </pc:picChg>
      </pc:sldChg>
      <pc:sldChg chg="modSp mod">
        <pc:chgData name="Mulqueen,Ryan" userId="60895dfe-2672-4256-851f-fb7e6ab45c06" providerId="ADAL" clId="{01FBA35A-7CF2-542C-8D50-9F570050C25C}" dt="2025-11-12T23:39:13.743" v="874" actId="20577"/>
        <pc:sldMkLst>
          <pc:docMk/>
          <pc:sldMk cId="4248777620" sldId="304"/>
        </pc:sldMkLst>
        <pc:graphicFrameChg chg="modGraphic">
          <ac:chgData name="Mulqueen,Ryan" userId="60895dfe-2672-4256-851f-fb7e6ab45c06" providerId="ADAL" clId="{01FBA35A-7CF2-542C-8D50-9F570050C25C}" dt="2025-11-12T23:39:13.743" v="874" actId="20577"/>
          <ac:graphicFrameMkLst>
            <pc:docMk/>
            <pc:sldMk cId="4248777620" sldId="304"/>
            <ac:graphicFrameMk id="10" creationId="{37DD5451-C1EB-0718-D07A-3E3999BDA2D3}"/>
          </ac:graphicFrameMkLst>
        </pc:graphicFrameChg>
      </pc:sldChg>
      <pc:sldChg chg="delSp mod">
        <pc:chgData name="Mulqueen,Ryan" userId="60895dfe-2672-4256-851f-fb7e6ab45c06" providerId="ADAL" clId="{01FBA35A-7CF2-542C-8D50-9F570050C25C}" dt="2025-11-13T15:14:38.849" v="2746" actId="478"/>
        <pc:sldMkLst>
          <pc:docMk/>
          <pc:sldMk cId="1133197795" sldId="312"/>
        </pc:sldMkLst>
        <pc:grpChg chg="del">
          <ac:chgData name="Mulqueen,Ryan" userId="60895dfe-2672-4256-851f-fb7e6ab45c06" providerId="ADAL" clId="{01FBA35A-7CF2-542C-8D50-9F570050C25C}" dt="2025-11-13T15:14:38.849" v="2746" actId="478"/>
          <ac:grpSpMkLst>
            <pc:docMk/>
            <pc:sldMk cId="1133197795" sldId="312"/>
            <ac:grpSpMk id="10" creationId="{855993BC-08A1-432F-F01C-1FFD100FBCF6}"/>
          </ac:grpSpMkLst>
        </pc:grpChg>
      </pc:sldChg>
      <pc:sldChg chg="modSp mod">
        <pc:chgData name="Mulqueen,Ryan" userId="60895dfe-2672-4256-851f-fb7e6ab45c06" providerId="ADAL" clId="{01FBA35A-7CF2-542C-8D50-9F570050C25C}" dt="2025-11-13T15:04:24.520" v="2637" actId="113"/>
        <pc:sldMkLst>
          <pc:docMk/>
          <pc:sldMk cId="2942940768" sldId="330"/>
        </pc:sldMkLst>
        <pc:spChg chg="mod">
          <ac:chgData name="Mulqueen,Ryan" userId="60895dfe-2672-4256-851f-fb7e6ab45c06" providerId="ADAL" clId="{01FBA35A-7CF2-542C-8D50-9F570050C25C}" dt="2025-11-13T15:04:24.520" v="2637" actId="113"/>
          <ac:spMkLst>
            <pc:docMk/>
            <pc:sldMk cId="2942940768" sldId="330"/>
            <ac:spMk id="14" creationId="{72513A24-9C69-F47A-5FFF-2E70A66D0A0C}"/>
          </ac:spMkLst>
        </pc:spChg>
      </pc:sldChg>
      <pc:sldChg chg="delSp modSp mod ord">
        <pc:chgData name="Mulqueen,Ryan" userId="60895dfe-2672-4256-851f-fb7e6ab45c06" providerId="ADAL" clId="{01FBA35A-7CF2-542C-8D50-9F570050C25C}" dt="2025-11-13T15:28:10.888" v="2939" actId="20577"/>
        <pc:sldMkLst>
          <pc:docMk/>
          <pc:sldMk cId="1267289163" sldId="354"/>
        </pc:sldMkLst>
        <pc:spChg chg="mod">
          <ac:chgData name="Mulqueen,Ryan" userId="60895dfe-2672-4256-851f-fb7e6ab45c06" providerId="ADAL" clId="{01FBA35A-7CF2-542C-8D50-9F570050C25C}" dt="2025-11-12T23:26:02.541" v="514" actId="1076"/>
          <ac:spMkLst>
            <pc:docMk/>
            <pc:sldMk cId="1267289163" sldId="354"/>
            <ac:spMk id="4" creationId="{4592C25D-3D15-C12D-3ED8-4DB91F204215}"/>
          </ac:spMkLst>
        </pc:spChg>
        <pc:spChg chg="mod">
          <ac:chgData name="Mulqueen,Ryan" userId="60895dfe-2672-4256-851f-fb7e6ab45c06" providerId="ADAL" clId="{01FBA35A-7CF2-542C-8D50-9F570050C25C}" dt="2025-11-12T23:25:59.412" v="513" actId="207"/>
          <ac:spMkLst>
            <pc:docMk/>
            <pc:sldMk cId="1267289163" sldId="354"/>
            <ac:spMk id="5" creationId="{5F5F6465-DF0B-E2F9-9261-433B942771A7}"/>
          </ac:spMkLst>
        </pc:spChg>
        <pc:spChg chg="mod">
          <ac:chgData name="Mulqueen,Ryan" userId="60895dfe-2672-4256-851f-fb7e6ab45c06" providerId="ADAL" clId="{01FBA35A-7CF2-542C-8D50-9F570050C25C}" dt="2025-11-13T15:28:10.888" v="2939" actId="20577"/>
          <ac:spMkLst>
            <pc:docMk/>
            <pc:sldMk cId="1267289163" sldId="354"/>
            <ac:spMk id="7" creationId="{93F04755-805B-9E71-4EE3-3AC4993CCDFA}"/>
          </ac:spMkLst>
        </pc:spChg>
        <pc:spChg chg="del">
          <ac:chgData name="Mulqueen,Ryan" userId="60895dfe-2672-4256-851f-fb7e6ab45c06" providerId="ADAL" clId="{01FBA35A-7CF2-542C-8D50-9F570050C25C}" dt="2025-11-12T23:25:37.750" v="508" actId="478"/>
          <ac:spMkLst>
            <pc:docMk/>
            <pc:sldMk cId="1267289163" sldId="354"/>
            <ac:spMk id="15" creationId="{8D19F942-20DD-1AD0-681E-BD5635F9757A}"/>
          </ac:spMkLst>
        </pc:spChg>
        <pc:picChg chg="mod modCrop">
          <ac:chgData name="Mulqueen,Ryan" userId="60895dfe-2672-4256-851f-fb7e6ab45c06" providerId="ADAL" clId="{01FBA35A-7CF2-542C-8D50-9F570050C25C}" dt="2025-11-13T15:27:19.180" v="2927" actId="1076"/>
          <ac:picMkLst>
            <pc:docMk/>
            <pc:sldMk cId="1267289163" sldId="354"/>
            <ac:picMk id="3" creationId="{8C418B42-FA6B-792D-5C9F-22FE20FC8269}"/>
          </ac:picMkLst>
        </pc:picChg>
        <pc:picChg chg="mod modCrop">
          <ac:chgData name="Mulqueen,Ryan" userId="60895dfe-2672-4256-851f-fb7e6ab45c06" providerId="ADAL" clId="{01FBA35A-7CF2-542C-8D50-9F570050C25C}" dt="2025-11-12T23:26:19.217" v="517" actId="1076"/>
          <ac:picMkLst>
            <pc:docMk/>
            <pc:sldMk cId="1267289163" sldId="354"/>
            <ac:picMk id="8" creationId="{138EA850-0A99-EAE8-2AC5-E4FB03D587F5}"/>
          </ac:picMkLst>
        </pc:picChg>
      </pc:sldChg>
      <pc:sldChg chg="modSp mod ord">
        <pc:chgData name="Mulqueen,Ryan" userId="60895dfe-2672-4256-851f-fb7e6ab45c06" providerId="ADAL" clId="{01FBA35A-7CF2-542C-8D50-9F570050C25C}" dt="2025-11-13T15:28:17.719" v="2953" actId="20577"/>
        <pc:sldMkLst>
          <pc:docMk/>
          <pc:sldMk cId="3292507221" sldId="355"/>
        </pc:sldMkLst>
        <pc:spChg chg="mod">
          <ac:chgData name="Mulqueen,Ryan" userId="60895dfe-2672-4256-851f-fb7e6ab45c06" providerId="ADAL" clId="{01FBA35A-7CF2-542C-8D50-9F570050C25C}" dt="2025-11-13T15:28:17.719" v="2953" actId="20577"/>
          <ac:spMkLst>
            <pc:docMk/>
            <pc:sldMk cId="3292507221" sldId="355"/>
            <ac:spMk id="7" creationId="{71C9B70C-A047-EEB7-2EB9-5235E6E46C77}"/>
          </ac:spMkLst>
        </pc:spChg>
      </pc:sldChg>
      <pc:sldChg chg="modSp mod">
        <pc:chgData name="Mulqueen,Ryan" userId="60895dfe-2672-4256-851f-fb7e6ab45c06" providerId="ADAL" clId="{01FBA35A-7CF2-542C-8D50-9F570050C25C}" dt="2025-11-13T15:19:27.804" v="2767" actId="20577"/>
        <pc:sldMkLst>
          <pc:docMk/>
          <pc:sldMk cId="1590017484" sldId="362"/>
        </pc:sldMkLst>
        <pc:spChg chg="mod">
          <ac:chgData name="Mulqueen,Ryan" userId="60895dfe-2672-4256-851f-fb7e6ab45c06" providerId="ADAL" clId="{01FBA35A-7CF2-542C-8D50-9F570050C25C}" dt="2025-11-11T22:29:28.612" v="303"/>
          <ac:spMkLst>
            <pc:docMk/>
            <pc:sldMk cId="1590017484" sldId="362"/>
            <ac:spMk id="3" creationId="{4C7468F2-9E75-03DD-8C05-ED985F6B517E}"/>
          </ac:spMkLst>
        </pc:spChg>
        <pc:spChg chg="mod">
          <ac:chgData name="Mulqueen,Ryan" userId="60895dfe-2672-4256-851f-fb7e6ab45c06" providerId="ADAL" clId="{01FBA35A-7CF2-542C-8D50-9F570050C25C}" dt="2025-11-13T15:19:27.804" v="2767" actId="20577"/>
          <ac:spMkLst>
            <pc:docMk/>
            <pc:sldMk cId="1590017484" sldId="362"/>
            <ac:spMk id="9" creationId="{C997D0B4-EB04-EE1B-1FA3-E00B9E109814}"/>
          </ac:spMkLst>
        </pc:spChg>
      </pc:sldChg>
      <pc:sldChg chg="addSp delSp modSp mod">
        <pc:chgData name="Mulqueen,Ryan" userId="60895dfe-2672-4256-851f-fb7e6ab45c06" providerId="ADAL" clId="{01FBA35A-7CF2-542C-8D50-9F570050C25C}" dt="2025-11-13T15:22:12.742" v="2769" actId="732"/>
        <pc:sldMkLst>
          <pc:docMk/>
          <pc:sldMk cId="1292871240" sldId="364"/>
        </pc:sldMkLst>
        <pc:spChg chg="add mod">
          <ac:chgData name="Mulqueen,Ryan" userId="60895dfe-2672-4256-851f-fb7e6ab45c06" providerId="ADAL" clId="{01FBA35A-7CF2-542C-8D50-9F570050C25C}" dt="2025-11-11T22:30:46.999" v="383" actId="1076"/>
          <ac:spMkLst>
            <pc:docMk/>
            <pc:sldMk cId="1292871240" sldId="364"/>
            <ac:spMk id="3" creationId="{071CEDAD-FB5D-9F6E-9A31-A3DDE8B916AE}"/>
          </ac:spMkLst>
        </pc:spChg>
        <pc:spChg chg="mod">
          <ac:chgData name="Mulqueen,Ryan" userId="60895dfe-2672-4256-851f-fb7e6ab45c06" providerId="ADAL" clId="{01FBA35A-7CF2-542C-8D50-9F570050C25C}" dt="2025-11-13T00:05:59.369" v="2431" actId="1076"/>
          <ac:spMkLst>
            <pc:docMk/>
            <pc:sldMk cId="1292871240" sldId="364"/>
            <ac:spMk id="6" creationId="{92B1E168-A8A1-0D89-0A0D-DB9BA8DCE875}"/>
          </ac:spMkLst>
        </pc:spChg>
        <pc:picChg chg="mod modCrop">
          <ac:chgData name="Mulqueen,Ryan" userId="60895dfe-2672-4256-851f-fb7e6ab45c06" providerId="ADAL" clId="{01FBA35A-7CF2-542C-8D50-9F570050C25C}" dt="2025-11-13T15:22:12.742" v="2769" actId="732"/>
          <ac:picMkLst>
            <pc:docMk/>
            <pc:sldMk cId="1292871240" sldId="364"/>
            <ac:picMk id="2" creationId="{22F46B2C-F03B-8407-88B2-93FDBA3B8478}"/>
          </ac:picMkLst>
        </pc:picChg>
        <pc:picChg chg="mod">
          <ac:chgData name="Mulqueen,Ryan" userId="60895dfe-2672-4256-851f-fb7e6ab45c06" providerId="ADAL" clId="{01FBA35A-7CF2-542C-8D50-9F570050C25C}" dt="2025-11-11T22:30:07.103" v="305" actId="1076"/>
          <ac:picMkLst>
            <pc:docMk/>
            <pc:sldMk cId="1292871240" sldId="364"/>
            <ac:picMk id="4" creationId="{AF7C0905-E456-7A9A-EFD7-F6E54D535A36}"/>
          </ac:picMkLst>
        </pc:picChg>
      </pc:sldChg>
      <pc:sldChg chg="ord">
        <pc:chgData name="Mulqueen,Ryan" userId="60895dfe-2672-4256-851f-fb7e6ab45c06" providerId="ADAL" clId="{01FBA35A-7CF2-542C-8D50-9F570050C25C}" dt="2025-11-13T15:16:30.175" v="2747" actId="20578"/>
        <pc:sldMkLst>
          <pc:docMk/>
          <pc:sldMk cId="1219781694" sldId="365"/>
        </pc:sldMkLst>
      </pc:sldChg>
      <pc:sldChg chg="addSp modSp mod">
        <pc:chgData name="Mulqueen,Ryan" userId="60895dfe-2672-4256-851f-fb7e6ab45c06" providerId="ADAL" clId="{01FBA35A-7CF2-542C-8D50-9F570050C25C}" dt="2025-11-13T20:33:29.771" v="3001" actId="21"/>
        <pc:sldMkLst>
          <pc:docMk/>
          <pc:sldMk cId="1952750113" sldId="371"/>
        </pc:sldMkLst>
        <pc:spChg chg="add mod">
          <ac:chgData name="Mulqueen,Ryan" userId="60895dfe-2672-4256-851f-fb7e6ab45c06" providerId="ADAL" clId="{01FBA35A-7CF2-542C-8D50-9F570050C25C}" dt="2025-11-12T23:47:30.714" v="1075" actId="1076"/>
          <ac:spMkLst>
            <pc:docMk/>
            <pc:sldMk cId="1952750113" sldId="371"/>
            <ac:spMk id="2" creationId="{088E6A41-00DC-1CC8-2E11-E6F5F2FC8816}"/>
          </ac:spMkLst>
        </pc:spChg>
        <pc:spChg chg="add mod">
          <ac:chgData name="Mulqueen,Ryan" userId="60895dfe-2672-4256-851f-fb7e6ab45c06" providerId="ADAL" clId="{01FBA35A-7CF2-542C-8D50-9F570050C25C}" dt="2025-11-13T20:33:29.771" v="3001" actId="21"/>
          <ac:spMkLst>
            <pc:docMk/>
            <pc:sldMk cId="1952750113" sldId="371"/>
            <ac:spMk id="6" creationId="{489C53D7-39AE-2676-E550-B43AF0131765}"/>
          </ac:spMkLst>
        </pc:spChg>
        <pc:picChg chg="add mod">
          <ac:chgData name="Mulqueen,Ryan" userId="60895dfe-2672-4256-851f-fb7e6ab45c06" providerId="ADAL" clId="{01FBA35A-7CF2-542C-8D50-9F570050C25C}" dt="2025-11-12T23:48:14.804" v="1079" actId="1076"/>
          <ac:picMkLst>
            <pc:docMk/>
            <pc:sldMk cId="1952750113" sldId="371"/>
            <ac:picMk id="3" creationId="{4C47365F-2958-0E19-3BB7-09EB32136174}"/>
          </ac:picMkLst>
        </pc:picChg>
        <pc:picChg chg="mod">
          <ac:chgData name="Mulqueen,Ryan" userId="60895dfe-2672-4256-851f-fb7e6ab45c06" providerId="ADAL" clId="{01FBA35A-7CF2-542C-8D50-9F570050C25C}" dt="2025-11-12T23:47:06.155" v="989" actId="1076"/>
          <ac:picMkLst>
            <pc:docMk/>
            <pc:sldMk cId="1952750113" sldId="371"/>
            <ac:picMk id="6146" creationId="{EB065B84-6031-D848-5DC4-E022AB977F03}"/>
          </ac:picMkLst>
        </pc:picChg>
      </pc:sldChg>
      <pc:sldChg chg="addSp modSp mod">
        <pc:chgData name="Mulqueen,Ryan" userId="60895dfe-2672-4256-851f-fb7e6ab45c06" providerId="ADAL" clId="{01FBA35A-7CF2-542C-8D50-9F570050C25C}" dt="2025-11-13T00:13:22.870" v="2630" actId="20577"/>
        <pc:sldMkLst>
          <pc:docMk/>
          <pc:sldMk cId="2807203141" sldId="373"/>
        </pc:sldMkLst>
        <pc:spChg chg="add mod">
          <ac:chgData name="Mulqueen,Ryan" userId="60895dfe-2672-4256-851f-fb7e6ab45c06" providerId="ADAL" clId="{01FBA35A-7CF2-542C-8D50-9F570050C25C}" dt="2025-11-13T00:13:22.870" v="2630" actId="20577"/>
          <ac:spMkLst>
            <pc:docMk/>
            <pc:sldMk cId="2807203141" sldId="373"/>
            <ac:spMk id="3" creationId="{C098B995-3134-9835-FB1E-860D00952994}"/>
          </ac:spMkLst>
        </pc:spChg>
        <pc:picChg chg="mod">
          <ac:chgData name="Mulqueen,Ryan" userId="60895dfe-2672-4256-851f-fb7e6ab45c06" providerId="ADAL" clId="{01FBA35A-7CF2-542C-8D50-9F570050C25C}" dt="2025-11-13T00:13:17.764" v="2628" actId="1076"/>
          <ac:picMkLst>
            <pc:docMk/>
            <pc:sldMk cId="2807203141" sldId="373"/>
            <ac:picMk id="8194" creationId="{4123EBFF-3D1E-8D16-3619-63490CCF4C7F}"/>
          </ac:picMkLst>
        </pc:picChg>
        <pc:picChg chg="mod">
          <ac:chgData name="Mulqueen,Ryan" userId="60895dfe-2672-4256-851f-fb7e6ab45c06" providerId="ADAL" clId="{01FBA35A-7CF2-542C-8D50-9F570050C25C}" dt="2025-11-13T00:13:16.773" v="2627" actId="1076"/>
          <ac:picMkLst>
            <pc:docMk/>
            <pc:sldMk cId="2807203141" sldId="373"/>
            <ac:picMk id="8196" creationId="{125C0914-0E20-1516-2CA3-D9C21981B1BF}"/>
          </ac:picMkLst>
        </pc:picChg>
      </pc:sldChg>
      <pc:sldChg chg="addSp modSp mod">
        <pc:chgData name="Mulqueen,Ryan" userId="60895dfe-2672-4256-851f-fb7e6ab45c06" providerId="ADAL" clId="{01FBA35A-7CF2-542C-8D50-9F570050C25C}" dt="2025-11-13T00:05:26.800" v="2408" actId="1076"/>
        <pc:sldMkLst>
          <pc:docMk/>
          <pc:sldMk cId="757318644" sldId="374"/>
        </pc:sldMkLst>
        <pc:spChg chg="add mod">
          <ac:chgData name="Mulqueen,Ryan" userId="60895dfe-2672-4256-851f-fb7e6ab45c06" providerId="ADAL" clId="{01FBA35A-7CF2-542C-8D50-9F570050C25C}" dt="2025-11-13T00:05:26.800" v="2408" actId="1076"/>
          <ac:spMkLst>
            <pc:docMk/>
            <pc:sldMk cId="757318644" sldId="374"/>
            <ac:spMk id="2" creationId="{C4985AEA-69E6-B12C-B04D-AB03C9A22583}"/>
          </ac:spMkLst>
        </pc:spChg>
      </pc:sldChg>
      <pc:sldChg chg="delSp modSp mod">
        <pc:chgData name="Mulqueen,Ryan" userId="60895dfe-2672-4256-851f-fb7e6ab45c06" providerId="ADAL" clId="{01FBA35A-7CF2-542C-8D50-9F570050C25C}" dt="2025-11-13T15:58:50.604" v="2963" actId="478"/>
        <pc:sldMkLst>
          <pc:docMk/>
          <pc:sldMk cId="3732150406" sldId="376"/>
        </pc:sldMkLst>
        <pc:spChg chg="mod">
          <ac:chgData name="Mulqueen,Ryan" userId="60895dfe-2672-4256-851f-fb7e6ab45c06" providerId="ADAL" clId="{01FBA35A-7CF2-542C-8D50-9F570050C25C}" dt="2025-11-12T23:37:39.881" v="852" actId="1076"/>
          <ac:spMkLst>
            <pc:docMk/>
            <pc:sldMk cId="3732150406" sldId="376"/>
            <ac:spMk id="4" creationId="{71A2F5B6-F3BB-8643-52D2-7C4A8AC1CADB}"/>
          </ac:spMkLst>
        </pc:spChg>
        <pc:spChg chg="del mod">
          <ac:chgData name="Mulqueen,Ryan" userId="60895dfe-2672-4256-851f-fb7e6ab45c06" providerId="ADAL" clId="{01FBA35A-7CF2-542C-8D50-9F570050C25C}" dt="2025-11-13T15:58:50.604" v="2963" actId="478"/>
          <ac:spMkLst>
            <pc:docMk/>
            <pc:sldMk cId="3732150406" sldId="376"/>
            <ac:spMk id="11" creationId="{6759DEAC-0CD8-BB81-8C80-ED0C3470B7AD}"/>
          </ac:spMkLst>
        </pc:spChg>
        <pc:picChg chg="mod">
          <ac:chgData name="Mulqueen,Ryan" userId="60895dfe-2672-4256-851f-fb7e6ab45c06" providerId="ADAL" clId="{01FBA35A-7CF2-542C-8D50-9F570050C25C}" dt="2025-11-12T23:37:30.873" v="851" actId="1076"/>
          <ac:picMkLst>
            <pc:docMk/>
            <pc:sldMk cId="3732150406" sldId="376"/>
            <ac:picMk id="3" creationId="{622E987A-9FCF-C651-3715-DD07713D12DF}"/>
          </ac:picMkLst>
        </pc:picChg>
        <pc:picChg chg="del">
          <ac:chgData name="Mulqueen,Ryan" userId="60895dfe-2672-4256-851f-fb7e6ab45c06" providerId="ADAL" clId="{01FBA35A-7CF2-542C-8D50-9F570050C25C}" dt="2025-11-12T23:37:22.926" v="849" actId="21"/>
          <ac:picMkLst>
            <pc:docMk/>
            <pc:sldMk cId="3732150406" sldId="376"/>
            <ac:picMk id="1026" creationId="{76E33C24-9B4A-FDC8-53F8-EFBBDE5B3AB8}"/>
          </ac:picMkLst>
        </pc:picChg>
      </pc:sldChg>
      <pc:sldChg chg="addSp delSp modSp mod">
        <pc:chgData name="Mulqueen,Ryan" userId="60895dfe-2672-4256-851f-fb7e6ab45c06" providerId="ADAL" clId="{01FBA35A-7CF2-542C-8D50-9F570050C25C}" dt="2025-11-12T23:38:17.455" v="863" actId="1076"/>
        <pc:sldMkLst>
          <pc:docMk/>
          <pc:sldMk cId="3938000764" sldId="377"/>
        </pc:sldMkLst>
        <pc:spChg chg="del">
          <ac:chgData name="Mulqueen,Ryan" userId="60895dfe-2672-4256-851f-fb7e6ab45c06" providerId="ADAL" clId="{01FBA35A-7CF2-542C-8D50-9F570050C25C}" dt="2025-11-12T23:38:10.329" v="857" actId="478"/>
          <ac:spMkLst>
            <pc:docMk/>
            <pc:sldMk cId="3938000764" sldId="377"/>
            <ac:spMk id="3" creationId="{D9FFEF02-1052-3AD9-1F3E-CA13D0AF83C1}"/>
          </ac:spMkLst>
        </pc:spChg>
        <pc:spChg chg="del">
          <ac:chgData name="Mulqueen,Ryan" userId="60895dfe-2672-4256-851f-fb7e6ab45c06" providerId="ADAL" clId="{01FBA35A-7CF2-542C-8D50-9F570050C25C}" dt="2025-11-12T23:38:14.054" v="860" actId="478"/>
          <ac:spMkLst>
            <pc:docMk/>
            <pc:sldMk cId="3938000764" sldId="377"/>
            <ac:spMk id="5" creationId="{8DCA2E68-6D6B-AA90-A7E2-79CFD8BB5417}"/>
          </ac:spMkLst>
        </pc:spChg>
        <pc:picChg chg="add mod">
          <ac:chgData name="Mulqueen,Ryan" userId="60895dfe-2672-4256-851f-fb7e6ab45c06" providerId="ADAL" clId="{01FBA35A-7CF2-542C-8D50-9F570050C25C}" dt="2025-11-12T23:38:17.455" v="863" actId="1076"/>
          <ac:picMkLst>
            <pc:docMk/>
            <pc:sldMk cId="3938000764" sldId="377"/>
            <ac:picMk id="2" creationId="{076A52B7-8486-B51C-E636-03C1B0D02514}"/>
          </ac:picMkLst>
        </pc:picChg>
        <pc:picChg chg="del">
          <ac:chgData name="Mulqueen,Ryan" userId="60895dfe-2672-4256-851f-fb7e6ab45c06" providerId="ADAL" clId="{01FBA35A-7CF2-542C-8D50-9F570050C25C}" dt="2025-11-12T23:38:07.942" v="856" actId="478"/>
          <ac:picMkLst>
            <pc:docMk/>
            <pc:sldMk cId="3938000764" sldId="377"/>
            <ac:picMk id="9" creationId="{C39AB21F-190F-BBCD-AC33-AB97D7DD24C1}"/>
          </ac:picMkLst>
        </pc:picChg>
        <pc:picChg chg="del">
          <ac:chgData name="Mulqueen,Ryan" userId="60895dfe-2672-4256-851f-fb7e6ab45c06" providerId="ADAL" clId="{01FBA35A-7CF2-542C-8D50-9F570050C25C}" dt="2025-11-12T23:38:11.202" v="858" actId="478"/>
          <ac:picMkLst>
            <pc:docMk/>
            <pc:sldMk cId="3938000764" sldId="377"/>
            <ac:picMk id="2050" creationId="{088CE8FE-8ACA-BD69-CE97-F3480520F737}"/>
          </ac:picMkLst>
        </pc:picChg>
        <pc:picChg chg="del">
          <ac:chgData name="Mulqueen,Ryan" userId="60895dfe-2672-4256-851f-fb7e6ab45c06" providerId="ADAL" clId="{01FBA35A-7CF2-542C-8D50-9F570050C25C}" dt="2025-11-12T23:38:12.409" v="859" actId="478"/>
          <ac:picMkLst>
            <pc:docMk/>
            <pc:sldMk cId="3938000764" sldId="377"/>
            <ac:picMk id="2054" creationId="{F9E55819-B39F-D49E-2D97-20B8EA836DDC}"/>
          </ac:picMkLst>
        </pc:picChg>
      </pc:sldChg>
      <pc:sldChg chg="ord">
        <pc:chgData name="Mulqueen,Ryan" userId="60895dfe-2672-4256-851f-fb7e6ab45c06" providerId="ADAL" clId="{01FBA35A-7CF2-542C-8D50-9F570050C25C}" dt="2025-11-12T23:23:59.323" v="484" actId="20578"/>
        <pc:sldMkLst>
          <pc:docMk/>
          <pc:sldMk cId="949573348" sldId="384"/>
        </pc:sldMkLst>
      </pc:sldChg>
      <pc:sldChg chg="addSp modSp mod">
        <pc:chgData name="Mulqueen,Ryan" userId="60895dfe-2672-4256-851f-fb7e6ab45c06" providerId="ADAL" clId="{01FBA35A-7CF2-542C-8D50-9F570050C25C}" dt="2025-11-13T14:52:22.055" v="2636" actId="20577"/>
        <pc:sldMkLst>
          <pc:docMk/>
          <pc:sldMk cId="3459945020" sldId="385"/>
        </pc:sldMkLst>
        <pc:spChg chg="mod">
          <ac:chgData name="Mulqueen,Ryan" userId="60895dfe-2672-4256-851f-fb7e6ab45c06" providerId="ADAL" clId="{01FBA35A-7CF2-542C-8D50-9F570050C25C}" dt="2025-11-13T14:52:13.970" v="2632" actId="1076"/>
          <ac:spMkLst>
            <pc:docMk/>
            <pc:sldMk cId="3459945020" sldId="385"/>
            <ac:spMk id="3" creationId="{0219E123-1B92-B390-6E18-DDBD804782CB}"/>
          </ac:spMkLst>
        </pc:spChg>
        <pc:spChg chg="add mod">
          <ac:chgData name="Mulqueen,Ryan" userId="60895dfe-2672-4256-851f-fb7e6ab45c06" providerId="ADAL" clId="{01FBA35A-7CF2-542C-8D50-9F570050C25C}" dt="2025-11-13T14:52:22.055" v="2636" actId="20577"/>
          <ac:spMkLst>
            <pc:docMk/>
            <pc:sldMk cId="3459945020" sldId="385"/>
            <ac:spMk id="5" creationId="{9B591113-AA0B-1BDA-BFDD-AF8E764F7FC7}"/>
          </ac:spMkLst>
        </pc:spChg>
        <pc:spChg chg="add mod">
          <ac:chgData name="Mulqueen,Ryan" userId="60895dfe-2672-4256-851f-fb7e6ab45c06" providerId="ADAL" clId="{01FBA35A-7CF2-542C-8D50-9F570050C25C}" dt="2025-11-13T14:52:13.970" v="2632" actId="1076"/>
          <ac:spMkLst>
            <pc:docMk/>
            <pc:sldMk cId="3459945020" sldId="385"/>
            <ac:spMk id="6" creationId="{62665AFB-2BE6-D26A-7D08-AF8B8873A36B}"/>
          </ac:spMkLst>
        </pc:spChg>
        <pc:spChg chg="add mod">
          <ac:chgData name="Mulqueen,Ryan" userId="60895dfe-2672-4256-851f-fb7e6ab45c06" providerId="ADAL" clId="{01FBA35A-7CF2-542C-8D50-9F570050C25C}" dt="2025-11-13T14:52:13.970" v="2632" actId="1076"/>
          <ac:spMkLst>
            <pc:docMk/>
            <pc:sldMk cId="3459945020" sldId="385"/>
            <ac:spMk id="7" creationId="{3EFAB5A6-DD11-805F-00C0-159C8867CB59}"/>
          </ac:spMkLst>
        </pc:spChg>
        <pc:spChg chg="add mod">
          <ac:chgData name="Mulqueen,Ryan" userId="60895dfe-2672-4256-851f-fb7e6ab45c06" providerId="ADAL" clId="{01FBA35A-7CF2-542C-8D50-9F570050C25C}" dt="2025-11-13T14:52:13.970" v="2632" actId="1076"/>
          <ac:spMkLst>
            <pc:docMk/>
            <pc:sldMk cId="3459945020" sldId="385"/>
            <ac:spMk id="8" creationId="{46DF93BF-97DA-6918-A072-C867DC745267}"/>
          </ac:spMkLst>
        </pc:spChg>
      </pc:sldChg>
      <pc:sldChg chg="addSp delSp modSp add mod">
        <pc:chgData name="Mulqueen,Ryan" userId="60895dfe-2672-4256-851f-fb7e6ab45c06" providerId="ADAL" clId="{01FBA35A-7CF2-542C-8D50-9F570050C25C}" dt="2025-11-13T00:00:20.106" v="2236" actId="207"/>
        <pc:sldMkLst>
          <pc:docMk/>
          <pc:sldMk cId="1517259035" sldId="386"/>
        </pc:sldMkLst>
        <pc:spChg chg="add mod">
          <ac:chgData name="Mulqueen,Ryan" userId="60895dfe-2672-4256-851f-fb7e6ab45c06" providerId="ADAL" clId="{01FBA35A-7CF2-542C-8D50-9F570050C25C}" dt="2025-11-11T22:28:33.582" v="233" actId="20577"/>
          <ac:spMkLst>
            <pc:docMk/>
            <pc:sldMk cId="1517259035" sldId="386"/>
            <ac:spMk id="2" creationId="{2863F675-0942-ACE8-EDC9-8E3F725818BD}"/>
          </ac:spMkLst>
        </pc:spChg>
        <pc:spChg chg="mod">
          <ac:chgData name="Mulqueen,Ryan" userId="60895dfe-2672-4256-851f-fb7e6ab45c06" providerId="ADAL" clId="{01FBA35A-7CF2-542C-8D50-9F570050C25C}" dt="2025-11-13T00:00:20.106" v="2236" actId="207"/>
          <ac:spMkLst>
            <pc:docMk/>
            <pc:sldMk cId="1517259035" sldId="386"/>
            <ac:spMk id="21" creationId="{4A41D242-A2AB-8BA9-E1A9-00869F039FEA}"/>
          </ac:spMkLst>
        </pc:spChg>
        <pc:picChg chg="mod">
          <ac:chgData name="Mulqueen,Ryan" userId="60895dfe-2672-4256-851f-fb7e6ab45c06" providerId="ADAL" clId="{01FBA35A-7CF2-542C-8D50-9F570050C25C}" dt="2025-11-11T22:26:40.464" v="75" actId="1076"/>
          <ac:picMkLst>
            <pc:docMk/>
            <pc:sldMk cId="1517259035" sldId="386"/>
            <ac:picMk id="26" creationId="{A99F5A91-7380-469C-FA76-33EB7398D2FA}"/>
          </ac:picMkLst>
        </pc:picChg>
        <pc:picChg chg="mod">
          <ac:chgData name="Mulqueen,Ryan" userId="60895dfe-2672-4256-851f-fb7e6ab45c06" providerId="ADAL" clId="{01FBA35A-7CF2-542C-8D50-9F570050C25C}" dt="2025-11-11T22:23:36.113" v="27" actId="29295"/>
          <ac:picMkLst>
            <pc:docMk/>
            <pc:sldMk cId="1517259035" sldId="386"/>
            <ac:picMk id="27" creationId="{B3D2F6E0-638D-166D-9E6A-BF22D7D9003A}"/>
          </ac:picMkLst>
        </pc:picChg>
      </pc:sldChg>
      <pc:sldChg chg="addSp delSp modSp add mod">
        <pc:chgData name="Mulqueen,Ryan" userId="60895dfe-2672-4256-851f-fb7e6ab45c06" providerId="ADAL" clId="{01FBA35A-7CF2-542C-8D50-9F570050C25C}" dt="2025-11-13T00:00:23.213" v="2237" actId="207"/>
        <pc:sldMkLst>
          <pc:docMk/>
          <pc:sldMk cId="2007552382" sldId="387"/>
        </pc:sldMkLst>
        <pc:spChg chg="add mod">
          <ac:chgData name="Mulqueen,Ryan" userId="60895dfe-2672-4256-851f-fb7e6ab45c06" providerId="ADAL" clId="{01FBA35A-7CF2-542C-8D50-9F570050C25C}" dt="2025-11-11T22:28:23.043" v="229" actId="20577"/>
          <ac:spMkLst>
            <pc:docMk/>
            <pc:sldMk cId="2007552382" sldId="387"/>
            <ac:spMk id="2" creationId="{CF1650E7-EFBC-5793-0BB6-3D3AF5E4764E}"/>
          </ac:spMkLst>
        </pc:spChg>
        <pc:spChg chg="mod">
          <ac:chgData name="Mulqueen,Ryan" userId="60895dfe-2672-4256-851f-fb7e6ab45c06" providerId="ADAL" clId="{01FBA35A-7CF2-542C-8D50-9F570050C25C}" dt="2025-11-13T00:00:23.213" v="2237" actId="207"/>
          <ac:spMkLst>
            <pc:docMk/>
            <pc:sldMk cId="2007552382" sldId="387"/>
            <ac:spMk id="21" creationId="{F03C7C97-541E-BF20-A83E-46285E8B1087}"/>
          </ac:spMkLst>
        </pc:spChg>
        <pc:picChg chg="mod">
          <ac:chgData name="Mulqueen,Ryan" userId="60895dfe-2672-4256-851f-fb7e6ab45c06" providerId="ADAL" clId="{01FBA35A-7CF2-542C-8D50-9F570050C25C}" dt="2025-11-11T22:26:47.380" v="78" actId="1035"/>
          <ac:picMkLst>
            <pc:docMk/>
            <pc:sldMk cId="2007552382" sldId="387"/>
            <ac:picMk id="25" creationId="{634C5EC3-9BBC-509B-44BF-BC2E5D8D22B6}"/>
          </ac:picMkLst>
        </pc:picChg>
        <pc:picChg chg="mod">
          <ac:chgData name="Mulqueen,Ryan" userId="60895dfe-2672-4256-851f-fb7e6ab45c06" providerId="ADAL" clId="{01FBA35A-7CF2-542C-8D50-9F570050C25C}" dt="2025-11-11T22:23:23.709" v="26" actId="29295"/>
          <ac:picMkLst>
            <pc:docMk/>
            <pc:sldMk cId="2007552382" sldId="387"/>
            <ac:picMk id="26" creationId="{EAAAE7FC-7025-E915-BA80-54332694FFAC}"/>
          </ac:picMkLst>
        </pc:picChg>
        <pc:picChg chg="mod">
          <ac:chgData name="Mulqueen,Ryan" userId="60895dfe-2672-4256-851f-fb7e6ab45c06" providerId="ADAL" clId="{01FBA35A-7CF2-542C-8D50-9F570050C25C}" dt="2025-11-11T22:23:23.709" v="26" actId="29295"/>
          <ac:picMkLst>
            <pc:docMk/>
            <pc:sldMk cId="2007552382" sldId="387"/>
            <ac:picMk id="27" creationId="{4BA1E2F2-18B3-66D5-604A-616C9C79CBA4}"/>
          </ac:picMkLst>
        </pc:picChg>
      </pc:sldChg>
      <pc:sldChg chg="addSp modSp add mod">
        <pc:chgData name="Mulqueen,Ryan" userId="60895dfe-2672-4256-851f-fb7e6ab45c06" providerId="ADAL" clId="{01FBA35A-7CF2-542C-8D50-9F570050C25C}" dt="2025-11-13T00:00:26.617" v="2238" actId="207"/>
        <pc:sldMkLst>
          <pc:docMk/>
          <pc:sldMk cId="672130557" sldId="388"/>
        </pc:sldMkLst>
        <pc:spChg chg="add mod">
          <ac:chgData name="Mulqueen,Ryan" userId="60895dfe-2672-4256-851f-fb7e6ab45c06" providerId="ADAL" clId="{01FBA35A-7CF2-542C-8D50-9F570050C25C}" dt="2025-11-11T22:29:01.332" v="279" actId="1076"/>
          <ac:spMkLst>
            <pc:docMk/>
            <pc:sldMk cId="672130557" sldId="388"/>
            <ac:spMk id="2" creationId="{FF276048-FE28-D38A-81CE-CA72D1804933}"/>
          </ac:spMkLst>
        </pc:spChg>
        <pc:spChg chg="mod">
          <ac:chgData name="Mulqueen,Ryan" userId="60895dfe-2672-4256-851f-fb7e6ab45c06" providerId="ADAL" clId="{01FBA35A-7CF2-542C-8D50-9F570050C25C}" dt="2025-11-13T00:00:26.617" v="2238" actId="207"/>
          <ac:spMkLst>
            <pc:docMk/>
            <pc:sldMk cId="672130557" sldId="388"/>
            <ac:spMk id="21" creationId="{4C5B8CC7-B60F-F60D-B2B8-4E84315ABBE1}"/>
          </ac:spMkLst>
        </pc:spChg>
        <pc:picChg chg="mod">
          <ac:chgData name="Mulqueen,Ryan" userId="60895dfe-2672-4256-851f-fb7e6ab45c06" providerId="ADAL" clId="{01FBA35A-7CF2-542C-8D50-9F570050C25C}" dt="2025-11-11T22:26:50.428" v="79" actId="1076"/>
          <ac:picMkLst>
            <pc:docMk/>
            <pc:sldMk cId="672130557" sldId="388"/>
            <ac:picMk id="24" creationId="{8235FC98-4ADA-AE02-FAAB-F1588E3783A0}"/>
          </ac:picMkLst>
        </pc:picChg>
        <pc:picChg chg="mod">
          <ac:chgData name="Mulqueen,Ryan" userId="60895dfe-2672-4256-851f-fb7e6ab45c06" providerId="ADAL" clId="{01FBA35A-7CF2-542C-8D50-9F570050C25C}" dt="2025-11-11T22:25:03.190" v="48" actId="29295"/>
          <ac:picMkLst>
            <pc:docMk/>
            <pc:sldMk cId="672130557" sldId="388"/>
            <ac:picMk id="25" creationId="{7E7C7BF6-C454-AFE0-EC16-E75C10562841}"/>
          </ac:picMkLst>
        </pc:picChg>
        <pc:picChg chg="mod">
          <ac:chgData name="Mulqueen,Ryan" userId="60895dfe-2672-4256-851f-fb7e6ab45c06" providerId="ADAL" clId="{01FBA35A-7CF2-542C-8D50-9F570050C25C}" dt="2025-11-11T22:25:03.190" v="48" actId="29295"/>
          <ac:picMkLst>
            <pc:docMk/>
            <pc:sldMk cId="672130557" sldId="388"/>
            <ac:picMk id="26" creationId="{8FE884B7-347F-D5DB-60F3-A50444EDAE29}"/>
          </ac:picMkLst>
        </pc:picChg>
        <pc:picChg chg="mod">
          <ac:chgData name="Mulqueen,Ryan" userId="60895dfe-2672-4256-851f-fb7e6ab45c06" providerId="ADAL" clId="{01FBA35A-7CF2-542C-8D50-9F570050C25C}" dt="2025-11-11T22:25:03.190" v="48" actId="29295"/>
          <ac:picMkLst>
            <pc:docMk/>
            <pc:sldMk cId="672130557" sldId="388"/>
            <ac:picMk id="27" creationId="{3423D10E-E4BF-E81C-5C61-02A52A6E7B22}"/>
          </ac:picMkLst>
        </pc:picChg>
      </pc:sldChg>
      <pc:sldChg chg="modSp add mod">
        <pc:chgData name="Mulqueen,Ryan" userId="60895dfe-2672-4256-851f-fb7e6ab45c06" providerId="ADAL" clId="{01FBA35A-7CF2-542C-8D50-9F570050C25C}" dt="2025-11-13T00:00:30.180" v="2239" actId="207"/>
        <pc:sldMkLst>
          <pc:docMk/>
          <pc:sldMk cId="1481000600" sldId="389"/>
        </pc:sldMkLst>
        <pc:spChg chg="mod">
          <ac:chgData name="Mulqueen,Ryan" userId="60895dfe-2672-4256-851f-fb7e6ab45c06" providerId="ADAL" clId="{01FBA35A-7CF2-542C-8D50-9F570050C25C}" dt="2025-11-13T00:00:30.180" v="2239" actId="207"/>
          <ac:spMkLst>
            <pc:docMk/>
            <pc:sldMk cId="1481000600" sldId="389"/>
            <ac:spMk id="21" creationId="{7E78180B-A5CD-3CE3-7602-9432B0115F0D}"/>
          </ac:spMkLst>
        </pc:spChg>
      </pc:sldChg>
      <pc:sldChg chg="modSp add mod">
        <pc:chgData name="Mulqueen,Ryan" userId="60895dfe-2672-4256-851f-fb7e6ab45c06" providerId="ADAL" clId="{01FBA35A-7CF2-542C-8D50-9F570050C25C}" dt="2025-11-13T00:00:16.748" v="2235" actId="207"/>
        <pc:sldMkLst>
          <pc:docMk/>
          <pc:sldMk cId="3311266663" sldId="390"/>
        </pc:sldMkLst>
        <pc:spChg chg="mod">
          <ac:chgData name="Mulqueen,Ryan" userId="60895dfe-2672-4256-851f-fb7e6ab45c06" providerId="ADAL" clId="{01FBA35A-7CF2-542C-8D50-9F570050C25C}" dt="2025-11-13T00:00:16.748" v="2235" actId="207"/>
          <ac:spMkLst>
            <pc:docMk/>
            <pc:sldMk cId="3311266663" sldId="390"/>
            <ac:spMk id="21" creationId="{3D977588-6C7B-7F1F-2292-F73D00567458}"/>
          </ac:spMkLst>
        </pc:spChg>
      </pc:sldChg>
      <pc:sldChg chg="addSp delSp modSp add mod delAnim">
        <pc:chgData name="Mulqueen,Ryan" userId="60895dfe-2672-4256-851f-fb7e6ab45c06" providerId="ADAL" clId="{01FBA35A-7CF2-542C-8D50-9F570050C25C}" dt="2025-11-13T15:23:29.222" v="2790" actId="1076"/>
        <pc:sldMkLst>
          <pc:docMk/>
          <pc:sldMk cId="3192184951" sldId="391"/>
        </pc:sldMkLst>
        <pc:spChg chg="del">
          <ac:chgData name="Mulqueen,Ryan" userId="60895dfe-2672-4256-851f-fb7e6ab45c06" providerId="ADAL" clId="{01FBA35A-7CF2-542C-8D50-9F570050C25C}" dt="2025-11-12T23:14:51.956" v="391" actId="478"/>
          <ac:spMkLst>
            <pc:docMk/>
            <pc:sldMk cId="3192184951" sldId="391"/>
            <ac:spMk id="6" creationId="{A0A5C789-FD59-E0E0-A5AD-BC6E8AE0F0DE}"/>
          </ac:spMkLst>
        </pc:spChg>
        <pc:spChg chg="add mod">
          <ac:chgData name="Mulqueen,Ryan" userId="60895dfe-2672-4256-851f-fb7e6ab45c06" providerId="ADAL" clId="{01FBA35A-7CF2-542C-8D50-9F570050C25C}" dt="2025-11-12T23:22:50.363" v="428" actId="1076"/>
          <ac:spMkLst>
            <pc:docMk/>
            <pc:sldMk cId="3192184951" sldId="391"/>
            <ac:spMk id="7" creationId="{1039179F-06FC-0970-BD44-B188DF7A8A87}"/>
          </ac:spMkLst>
        </pc:spChg>
        <pc:spChg chg="add mod">
          <ac:chgData name="Mulqueen,Ryan" userId="60895dfe-2672-4256-851f-fb7e6ab45c06" providerId="ADAL" clId="{01FBA35A-7CF2-542C-8D50-9F570050C25C}" dt="2025-11-12T23:40:46.357" v="883" actId="20577"/>
          <ac:spMkLst>
            <pc:docMk/>
            <pc:sldMk cId="3192184951" sldId="391"/>
            <ac:spMk id="8" creationId="{DFA5B311-0822-EC65-C327-1C3A9836329D}"/>
          </ac:spMkLst>
        </pc:spChg>
        <pc:spChg chg="add mod">
          <ac:chgData name="Mulqueen,Ryan" userId="60895dfe-2672-4256-851f-fb7e6ab45c06" providerId="ADAL" clId="{01FBA35A-7CF2-542C-8D50-9F570050C25C}" dt="2025-11-13T15:23:29.222" v="2790" actId="1076"/>
          <ac:spMkLst>
            <pc:docMk/>
            <pc:sldMk cId="3192184951" sldId="391"/>
            <ac:spMk id="9" creationId="{DC4AE1B6-FDE0-324A-B3B7-79E2FBC7F48E}"/>
          </ac:spMkLst>
        </pc:spChg>
        <pc:picChg chg="del">
          <ac:chgData name="Mulqueen,Ryan" userId="60895dfe-2672-4256-851f-fb7e6ab45c06" providerId="ADAL" clId="{01FBA35A-7CF2-542C-8D50-9F570050C25C}" dt="2025-11-12T23:14:34.246" v="386" actId="478"/>
          <ac:picMkLst>
            <pc:docMk/>
            <pc:sldMk cId="3192184951" sldId="391"/>
            <ac:picMk id="2" creationId="{D7E6D786-95E5-3FB8-D2D6-5D9856E7B6F2}"/>
          </ac:picMkLst>
        </pc:picChg>
        <pc:picChg chg="del">
          <ac:chgData name="Mulqueen,Ryan" userId="60895dfe-2672-4256-851f-fb7e6ab45c06" providerId="ADAL" clId="{01FBA35A-7CF2-542C-8D50-9F570050C25C}" dt="2025-11-12T23:14:33.382" v="385" actId="478"/>
          <ac:picMkLst>
            <pc:docMk/>
            <pc:sldMk cId="3192184951" sldId="391"/>
            <ac:picMk id="4" creationId="{31B7F290-5D03-AD6A-A720-B4887DB7B10F}"/>
          </ac:picMkLst>
        </pc:picChg>
        <pc:picChg chg="add mod">
          <ac:chgData name="Mulqueen,Ryan" userId="60895dfe-2672-4256-851f-fb7e6ab45c06" providerId="ADAL" clId="{01FBA35A-7CF2-542C-8D50-9F570050C25C}" dt="2025-11-12T23:22:00.029" v="396" actId="1076"/>
          <ac:picMkLst>
            <pc:docMk/>
            <pc:sldMk cId="3192184951" sldId="391"/>
            <ac:picMk id="5" creationId="{91689A72-0FCF-609D-6134-CBCB6D9131D0}"/>
          </ac:picMkLst>
        </pc:picChg>
        <pc:picChg chg="add mod">
          <ac:chgData name="Mulqueen,Ryan" userId="60895dfe-2672-4256-851f-fb7e6ab45c06" providerId="ADAL" clId="{01FBA35A-7CF2-542C-8D50-9F570050C25C}" dt="2025-11-12T23:22:13.954" v="398" actId="1076"/>
          <ac:picMkLst>
            <pc:docMk/>
            <pc:sldMk cId="3192184951" sldId="391"/>
            <ac:picMk id="1026" creationId="{2E94493F-47F5-5360-0D54-B7A5C070890F}"/>
          </ac:picMkLst>
        </pc:picChg>
      </pc:sldChg>
      <pc:sldChg chg="addSp delSp modSp add mod">
        <pc:chgData name="Mulqueen,Ryan" userId="60895dfe-2672-4256-851f-fb7e6ab45c06" providerId="ADAL" clId="{01FBA35A-7CF2-542C-8D50-9F570050C25C}" dt="2025-11-13T15:27:07.185" v="2926" actId="1076"/>
        <pc:sldMkLst>
          <pc:docMk/>
          <pc:sldMk cId="3781058397" sldId="392"/>
        </pc:sldMkLst>
        <pc:spChg chg="mod">
          <ac:chgData name="Mulqueen,Ryan" userId="60895dfe-2672-4256-851f-fb7e6ab45c06" providerId="ADAL" clId="{01FBA35A-7CF2-542C-8D50-9F570050C25C}" dt="2025-11-12T23:28:13.736" v="626" actId="20577"/>
          <ac:spMkLst>
            <pc:docMk/>
            <pc:sldMk cId="3781058397" sldId="392"/>
            <ac:spMk id="3" creationId="{F78AC53D-8508-8857-8FE0-FD5F59584521}"/>
          </ac:spMkLst>
        </pc:spChg>
        <pc:spChg chg="mod">
          <ac:chgData name="Mulqueen,Ryan" userId="60895dfe-2672-4256-851f-fb7e6ab45c06" providerId="ADAL" clId="{01FBA35A-7CF2-542C-8D50-9F570050C25C}" dt="2025-11-13T00:06:27.096" v="2460"/>
          <ac:spMkLst>
            <pc:docMk/>
            <pc:sldMk cId="3781058397" sldId="392"/>
            <ac:spMk id="7" creationId="{04D24BD4-10AC-C513-2266-6C7F8ED9BA88}"/>
          </ac:spMkLst>
        </pc:spChg>
        <pc:spChg chg="mod">
          <ac:chgData name="Mulqueen,Ryan" userId="60895dfe-2672-4256-851f-fb7e6ab45c06" providerId="ADAL" clId="{01FBA35A-7CF2-542C-8D50-9F570050C25C}" dt="2025-11-13T00:06:27.096" v="2460"/>
          <ac:spMkLst>
            <pc:docMk/>
            <pc:sldMk cId="3781058397" sldId="392"/>
            <ac:spMk id="8" creationId="{726DABE1-CD41-B545-21AF-FA7A5BE81F45}"/>
          </ac:spMkLst>
        </pc:spChg>
        <pc:spChg chg="mod">
          <ac:chgData name="Mulqueen,Ryan" userId="60895dfe-2672-4256-851f-fb7e6ab45c06" providerId="ADAL" clId="{01FBA35A-7CF2-542C-8D50-9F570050C25C}" dt="2025-11-13T15:24:22.439" v="2831" actId="1076"/>
          <ac:spMkLst>
            <pc:docMk/>
            <pc:sldMk cId="3781058397" sldId="392"/>
            <ac:spMk id="9" creationId="{0AA7738E-CAB1-BCC5-2A93-8F1B00AF68B8}"/>
          </ac:spMkLst>
        </pc:spChg>
        <pc:spChg chg="mod">
          <ac:chgData name="Mulqueen,Ryan" userId="60895dfe-2672-4256-851f-fb7e6ab45c06" providerId="ADAL" clId="{01FBA35A-7CF2-542C-8D50-9F570050C25C}" dt="2025-11-13T15:26:59.842" v="2925" actId="120"/>
          <ac:spMkLst>
            <pc:docMk/>
            <pc:sldMk cId="3781058397" sldId="392"/>
            <ac:spMk id="10" creationId="{1E0B5EA0-41DF-C2E3-32AA-D308826809EA}"/>
          </ac:spMkLst>
        </pc:spChg>
        <pc:spChg chg="mod">
          <ac:chgData name="Mulqueen,Ryan" userId="60895dfe-2672-4256-851f-fb7e6ab45c06" providerId="ADAL" clId="{01FBA35A-7CF2-542C-8D50-9F570050C25C}" dt="2025-11-13T15:27:07.185" v="2926" actId="1076"/>
          <ac:spMkLst>
            <pc:docMk/>
            <pc:sldMk cId="3781058397" sldId="392"/>
            <ac:spMk id="15" creationId="{FC992405-F005-7618-C865-0CEB67389D07}"/>
          </ac:spMkLst>
        </pc:spChg>
        <pc:spChg chg="add mod">
          <ac:chgData name="Mulqueen,Ryan" userId="60895dfe-2672-4256-851f-fb7e6ab45c06" providerId="ADAL" clId="{01FBA35A-7CF2-542C-8D50-9F570050C25C}" dt="2025-11-13T15:25:09.729" v="2890" actId="20577"/>
          <ac:spMkLst>
            <pc:docMk/>
            <pc:sldMk cId="3781058397" sldId="392"/>
            <ac:spMk id="16" creationId="{09E97AB4-0141-F1DA-ACE9-9BD9825332E1}"/>
          </ac:spMkLst>
        </pc:spChg>
        <pc:spChg chg="add mod">
          <ac:chgData name="Mulqueen,Ryan" userId="60895dfe-2672-4256-851f-fb7e6ab45c06" providerId="ADAL" clId="{01FBA35A-7CF2-542C-8D50-9F570050C25C}" dt="2025-11-13T15:26:30.943" v="2921" actId="1076"/>
          <ac:spMkLst>
            <pc:docMk/>
            <pc:sldMk cId="3781058397" sldId="392"/>
            <ac:spMk id="18" creationId="{B306F8A3-55E4-D958-B452-1D4BDC22B75E}"/>
          </ac:spMkLst>
        </pc:spChg>
        <pc:spChg chg="add mod">
          <ac:chgData name="Mulqueen,Ryan" userId="60895dfe-2672-4256-851f-fb7e6ab45c06" providerId="ADAL" clId="{01FBA35A-7CF2-542C-8D50-9F570050C25C}" dt="2025-11-13T15:26:30.943" v="2921" actId="1076"/>
          <ac:spMkLst>
            <pc:docMk/>
            <pc:sldMk cId="3781058397" sldId="392"/>
            <ac:spMk id="19" creationId="{91F4EC78-6056-FD80-8562-5A3801A1D5E4}"/>
          </ac:spMkLst>
        </pc:spChg>
        <pc:spChg chg="mod">
          <ac:chgData name="Mulqueen,Ryan" userId="60895dfe-2672-4256-851f-fb7e6ab45c06" providerId="ADAL" clId="{01FBA35A-7CF2-542C-8D50-9F570050C25C}" dt="2025-11-13T00:07:49.460" v="2493" actId="14100"/>
          <ac:spMkLst>
            <pc:docMk/>
            <pc:sldMk cId="3781058397" sldId="392"/>
            <ac:spMk id="34" creationId="{DB8076D8-F13C-F9A2-5047-8EC432A7D7CB}"/>
          </ac:spMkLst>
        </pc:spChg>
        <pc:spChg chg="del topLvl">
          <ac:chgData name="Mulqueen,Ryan" userId="60895dfe-2672-4256-851f-fb7e6ab45c06" providerId="ADAL" clId="{01FBA35A-7CF2-542C-8D50-9F570050C25C}" dt="2025-11-12T23:32:44.972" v="831" actId="478"/>
          <ac:spMkLst>
            <pc:docMk/>
            <pc:sldMk cId="3781058397" sldId="392"/>
            <ac:spMk id="35" creationId="{BF8CB429-216D-6411-EAC9-8D7AE9EB1F2E}"/>
          </ac:spMkLst>
        </pc:spChg>
        <pc:spChg chg="del topLvl">
          <ac:chgData name="Mulqueen,Ryan" userId="60895dfe-2672-4256-851f-fb7e6ab45c06" providerId="ADAL" clId="{01FBA35A-7CF2-542C-8D50-9F570050C25C}" dt="2025-11-12T23:32:45.904" v="832" actId="478"/>
          <ac:spMkLst>
            <pc:docMk/>
            <pc:sldMk cId="3781058397" sldId="392"/>
            <ac:spMk id="36" creationId="{9FE796A4-0BFC-72AC-0B3C-16B6F94604CD}"/>
          </ac:spMkLst>
        </pc:spChg>
        <pc:grpChg chg="add mod">
          <ac:chgData name="Mulqueen,Ryan" userId="60895dfe-2672-4256-851f-fb7e6ab45c06" providerId="ADAL" clId="{01FBA35A-7CF2-542C-8D50-9F570050C25C}" dt="2025-11-13T00:06:29.405" v="2461" actId="1076"/>
          <ac:grpSpMkLst>
            <pc:docMk/>
            <pc:sldMk cId="3781058397" sldId="392"/>
            <ac:grpSpMk id="6" creationId="{07BD423F-C218-BD04-8782-9BEF3F7A1A2A}"/>
          </ac:grpSpMkLst>
        </pc:grpChg>
        <pc:grpChg chg="del">
          <ac:chgData name="Mulqueen,Ryan" userId="60895dfe-2672-4256-851f-fb7e6ab45c06" providerId="ADAL" clId="{01FBA35A-7CF2-542C-8D50-9F570050C25C}" dt="2025-11-13T00:10:24.052" v="2509" actId="478"/>
          <ac:grpSpMkLst>
            <pc:docMk/>
            <pc:sldMk cId="3781058397" sldId="392"/>
            <ac:grpSpMk id="22" creationId="{9F82FF14-96A6-7CCD-88B2-457CF3D55565}"/>
          </ac:grpSpMkLst>
        </pc:grpChg>
        <pc:grpChg chg="mod">
          <ac:chgData name="Mulqueen,Ryan" userId="60895dfe-2672-4256-851f-fb7e6ab45c06" providerId="ADAL" clId="{01FBA35A-7CF2-542C-8D50-9F570050C25C}" dt="2025-11-13T00:10:35.023" v="2514" actId="1076"/>
          <ac:grpSpMkLst>
            <pc:docMk/>
            <pc:sldMk cId="3781058397" sldId="392"/>
            <ac:grpSpMk id="23" creationId="{17A09892-B131-5A49-C897-A896814BD2A4}"/>
          </ac:grpSpMkLst>
        </pc:grpChg>
        <pc:grpChg chg="del">
          <ac:chgData name="Mulqueen,Ryan" userId="60895dfe-2672-4256-851f-fb7e6ab45c06" providerId="ADAL" clId="{01FBA35A-7CF2-542C-8D50-9F570050C25C}" dt="2025-11-12T23:32:44.972" v="831" actId="478"/>
          <ac:grpSpMkLst>
            <pc:docMk/>
            <pc:sldMk cId="3781058397" sldId="392"/>
            <ac:grpSpMk id="37" creationId="{D8CEFA54-F0D4-27D2-3290-8519E57C0468}"/>
          </ac:grpSpMkLst>
        </pc:grpChg>
        <pc:picChg chg="add mod">
          <ac:chgData name="Mulqueen,Ryan" userId="60895dfe-2672-4256-851f-fb7e6ab45c06" providerId="ADAL" clId="{01FBA35A-7CF2-542C-8D50-9F570050C25C}" dt="2025-11-13T15:24:24.659" v="2832" actId="1076"/>
          <ac:picMkLst>
            <pc:docMk/>
            <pc:sldMk cId="3781058397" sldId="392"/>
            <ac:picMk id="2" creationId="{7A37D27C-5BBB-320D-EB6D-1C0781E2D4E1}"/>
          </ac:picMkLst>
        </pc:picChg>
        <pc:picChg chg="del">
          <ac:chgData name="Mulqueen,Ryan" userId="60895dfe-2672-4256-851f-fb7e6ab45c06" providerId="ADAL" clId="{01FBA35A-7CF2-542C-8D50-9F570050C25C}" dt="2025-11-12T23:28:20.481" v="627" actId="478"/>
          <ac:picMkLst>
            <pc:docMk/>
            <pc:sldMk cId="3781058397" sldId="392"/>
            <ac:picMk id="4" creationId="{BA716575-F772-B001-E02F-28B8A2F4C926}"/>
          </ac:picMkLst>
        </pc:picChg>
        <pc:picChg chg="del">
          <ac:chgData name="Mulqueen,Ryan" userId="60895dfe-2672-4256-851f-fb7e6ab45c06" providerId="ADAL" clId="{01FBA35A-7CF2-542C-8D50-9F570050C25C}" dt="2025-11-12T23:28:21.326" v="628" actId="478"/>
          <ac:picMkLst>
            <pc:docMk/>
            <pc:sldMk cId="3781058397" sldId="392"/>
            <ac:picMk id="5" creationId="{5D8B1399-5923-91EC-0522-59EF0C71059A}"/>
          </ac:picMkLst>
        </pc:picChg>
        <pc:picChg chg="add mod">
          <ac:chgData name="Mulqueen,Ryan" userId="60895dfe-2672-4256-851f-fb7e6ab45c06" providerId="ADAL" clId="{01FBA35A-7CF2-542C-8D50-9F570050C25C}" dt="2025-11-13T15:24:25.993" v="2833" actId="1076"/>
          <ac:picMkLst>
            <pc:docMk/>
            <pc:sldMk cId="3781058397" sldId="392"/>
            <ac:picMk id="11" creationId="{77218E3F-201C-38AC-FC7C-37CC99330453}"/>
          </ac:picMkLst>
        </pc:picChg>
        <pc:picChg chg="add mod">
          <ac:chgData name="Mulqueen,Ryan" userId="60895dfe-2672-4256-851f-fb7e6ab45c06" providerId="ADAL" clId="{01FBA35A-7CF2-542C-8D50-9F570050C25C}" dt="2025-11-13T00:08:40.456" v="2503" actId="1076"/>
          <ac:picMkLst>
            <pc:docMk/>
            <pc:sldMk cId="3781058397" sldId="392"/>
            <ac:picMk id="12" creationId="{662B421F-357F-A8F1-7E3B-11B4A5E04C69}"/>
          </ac:picMkLst>
        </pc:picChg>
        <pc:picChg chg="add mod">
          <ac:chgData name="Mulqueen,Ryan" userId="60895dfe-2672-4256-851f-fb7e6ab45c06" providerId="ADAL" clId="{01FBA35A-7CF2-542C-8D50-9F570050C25C}" dt="2025-11-13T15:24:46.430" v="2834" actId="1076"/>
          <ac:picMkLst>
            <pc:docMk/>
            <pc:sldMk cId="3781058397" sldId="392"/>
            <ac:picMk id="13" creationId="{AEB8C5FB-4037-CC55-A7FF-1C24E715ACF1}"/>
          </ac:picMkLst>
        </pc:picChg>
        <pc:picChg chg="del">
          <ac:chgData name="Mulqueen,Ryan" userId="60895dfe-2672-4256-851f-fb7e6ab45c06" providerId="ADAL" clId="{01FBA35A-7CF2-542C-8D50-9F570050C25C}" dt="2025-11-12T23:28:22.446" v="629" actId="478"/>
          <ac:picMkLst>
            <pc:docMk/>
            <pc:sldMk cId="3781058397" sldId="392"/>
            <ac:picMk id="14" creationId="{04C732B5-4CFC-7220-4BC9-D922CF8C2547}"/>
          </ac:picMkLst>
        </pc:picChg>
        <pc:picChg chg="add mod modCrop">
          <ac:chgData name="Mulqueen,Ryan" userId="60895dfe-2672-4256-851f-fb7e6ab45c06" providerId="ADAL" clId="{01FBA35A-7CF2-542C-8D50-9F570050C25C}" dt="2025-11-13T15:26:30.943" v="2921" actId="1076"/>
          <ac:picMkLst>
            <pc:docMk/>
            <pc:sldMk cId="3781058397" sldId="392"/>
            <ac:picMk id="17" creationId="{91A78486-6AF6-7874-D562-9FC5BF04E4A1}"/>
          </ac:picMkLst>
        </pc:picChg>
        <pc:picChg chg="del">
          <ac:chgData name="Mulqueen,Ryan" userId="60895dfe-2672-4256-851f-fb7e6ab45c06" providerId="ADAL" clId="{01FBA35A-7CF2-542C-8D50-9F570050C25C}" dt="2025-11-12T23:28:23.391" v="630" actId="478"/>
          <ac:picMkLst>
            <pc:docMk/>
            <pc:sldMk cId="3781058397" sldId="392"/>
            <ac:picMk id="29" creationId="{91838DCF-3C44-C9D9-4FAA-A9AC4F1EA08F}"/>
          </ac:picMkLst>
        </pc:picChg>
      </pc:sldChg>
      <pc:sldChg chg="delSp modSp add mod">
        <pc:chgData name="Mulqueen,Ryan" userId="60895dfe-2672-4256-851f-fb7e6ab45c06" providerId="ADAL" clId="{01FBA35A-7CF2-542C-8D50-9F570050C25C}" dt="2025-11-13T16:03:58.826" v="2976" actId="20577"/>
        <pc:sldMkLst>
          <pc:docMk/>
          <pc:sldMk cId="3564224985" sldId="393"/>
        </pc:sldMkLst>
        <pc:spChg chg="mod">
          <ac:chgData name="Mulqueen,Ryan" userId="60895dfe-2672-4256-851f-fb7e6ab45c06" providerId="ADAL" clId="{01FBA35A-7CF2-542C-8D50-9F570050C25C}" dt="2025-11-13T16:03:58.826" v="2976" actId="20577"/>
          <ac:spMkLst>
            <pc:docMk/>
            <pc:sldMk cId="3564224985" sldId="393"/>
            <ac:spMk id="5" creationId="{C9442C0B-93C1-2996-EC1D-1BB64FB4BFDF}"/>
          </ac:spMkLst>
        </pc:spChg>
        <pc:picChg chg="del">
          <ac:chgData name="Mulqueen,Ryan" userId="60895dfe-2672-4256-851f-fb7e6ab45c06" providerId="ADAL" clId="{01FBA35A-7CF2-542C-8D50-9F570050C25C}" dt="2025-11-12T23:38:34.660" v="864" actId="478"/>
          <ac:picMkLst>
            <pc:docMk/>
            <pc:sldMk cId="3564224985" sldId="393"/>
            <ac:picMk id="2" creationId="{E7B20917-7C5E-2E7D-9D07-30146DE459FB}"/>
          </ac:picMkLst>
        </pc:picChg>
      </pc:sldChg>
      <pc:sldChg chg="addSp delSp modSp new mod">
        <pc:chgData name="Mulqueen,Ryan" userId="60895dfe-2672-4256-851f-fb7e6ab45c06" providerId="ADAL" clId="{01FBA35A-7CF2-542C-8D50-9F570050C25C}" dt="2025-11-13T00:04:40.641" v="2343"/>
        <pc:sldMkLst>
          <pc:docMk/>
          <pc:sldMk cId="279799966" sldId="394"/>
        </pc:sldMkLst>
        <pc:spChg chg="del">
          <ac:chgData name="Mulqueen,Ryan" userId="60895dfe-2672-4256-851f-fb7e6ab45c06" providerId="ADAL" clId="{01FBA35A-7CF2-542C-8D50-9F570050C25C}" dt="2025-11-12T23:42:24.435" v="886" actId="478"/>
          <ac:spMkLst>
            <pc:docMk/>
            <pc:sldMk cId="279799966" sldId="394"/>
            <ac:spMk id="2" creationId="{EBCF6744-F003-E3FB-19BF-D4D36B1922D7}"/>
          </ac:spMkLst>
        </pc:spChg>
        <pc:spChg chg="del">
          <ac:chgData name="Mulqueen,Ryan" userId="60895dfe-2672-4256-851f-fb7e6ab45c06" providerId="ADAL" clId="{01FBA35A-7CF2-542C-8D50-9F570050C25C}" dt="2025-11-12T23:42:21.850" v="885"/>
          <ac:spMkLst>
            <pc:docMk/>
            <pc:sldMk cId="279799966" sldId="394"/>
            <ac:spMk id="3" creationId="{7B4FF0B6-F409-4829-386A-B316D47FFEFC}"/>
          </ac:spMkLst>
        </pc:spChg>
        <pc:spChg chg="add mod">
          <ac:chgData name="Mulqueen,Ryan" userId="60895dfe-2672-4256-851f-fb7e6ab45c06" providerId="ADAL" clId="{01FBA35A-7CF2-542C-8D50-9F570050C25C}" dt="2025-11-12T23:42:43.618" v="927" actId="20577"/>
          <ac:spMkLst>
            <pc:docMk/>
            <pc:sldMk cId="279799966" sldId="394"/>
            <ac:spMk id="4" creationId="{10BC20D8-2F87-174D-4EBA-DC81153C1A80}"/>
          </ac:spMkLst>
        </pc:spChg>
        <pc:spChg chg="mod">
          <ac:chgData name="Mulqueen,Ryan" userId="60895dfe-2672-4256-851f-fb7e6ab45c06" providerId="ADAL" clId="{01FBA35A-7CF2-542C-8D50-9F570050C25C}" dt="2025-11-12T23:49:01.968" v="1085"/>
          <ac:spMkLst>
            <pc:docMk/>
            <pc:sldMk cId="279799966" sldId="394"/>
            <ac:spMk id="8" creationId="{F3A86368-64F8-7327-B69A-580C2E1C09E8}"/>
          </ac:spMkLst>
        </pc:spChg>
        <pc:spChg chg="mod">
          <ac:chgData name="Mulqueen,Ryan" userId="60895dfe-2672-4256-851f-fb7e6ab45c06" providerId="ADAL" clId="{01FBA35A-7CF2-542C-8D50-9F570050C25C}" dt="2025-11-12T23:49:01.968" v="1085"/>
          <ac:spMkLst>
            <pc:docMk/>
            <pc:sldMk cId="279799966" sldId="394"/>
            <ac:spMk id="9" creationId="{D802D8E8-4902-4825-3B3B-6E50E00FD72C}"/>
          </ac:spMkLst>
        </pc:spChg>
        <pc:spChg chg="mod">
          <ac:chgData name="Mulqueen,Ryan" userId="60895dfe-2672-4256-851f-fb7e6ab45c06" providerId="ADAL" clId="{01FBA35A-7CF2-542C-8D50-9F570050C25C}" dt="2025-11-13T00:04:00.436" v="2317" actId="1076"/>
          <ac:spMkLst>
            <pc:docMk/>
            <pc:sldMk cId="279799966" sldId="394"/>
            <ac:spMk id="12" creationId="{283715DC-B034-3207-C17C-8A054264C4C8}"/>
          </ac:spMkLst>
        </pc:spChg>
        <pc:spChg chg="add del mod">
          <ac:chgData name="Mulqueen,Ryan" userId="60895dfe-2672-4256-851f-fb7e6ab45c06" providerId="ADAL" clId="{01FBA35A-7CF2-542C-8D50-9F570050C25C}" dt="2025-11-13T00:03:11.594" v="2307" actId="478"/>
          <ac:spMkLst>
            <pc:docMk/>
            <pc:sldMk cId="279799966" sldId="394"/>
            <ac:spMk id="13" creationId="{6BEBB064-379A-7BE2-F26B-D71A68D18F85}"/>
          </ac:spMkLst>
        </pc:spChg>
        <pc:spChg chg="add mod">
          <ac:chgData name="Mulqueen,Ryan" userId="60895dfe-2672-4256-851f-fb7e6ab45c06" providerId="ADAL" clId="{01FBA35A-7CF2-542C-8D50-9F570050C25C}" dt="2025-11-13T00:04:40.641" v="2343"/>
          <ac:spMkLst>
            <pc:docMk/>
            <pc:sldMk cId="279799966" sldId="394"/>
            <ac:spMk id="15" creationId="{5C94271E-FD42-5DC2-3C2D-A575DD116436}"/>
          </ac:spMkLst>
        </pc:spChg>
        <pc:grpChg chg="add mod">
          <ac:chgData name="Mulqueen,Ryan" userId="60895dfe-2672-4256-851f-fb7e6ab45c06" providerId="ADAL" clId="{01FBA35A-7CF2-542C-8D50-9F570050C25C}" dt="2025-11-13T00:04:04.212" v="2319" actId="1076"/>
          <ac:grpSpMkLst>
            <pc:docMk/>
            <pc:sldMk cId="279799966" sldId="394"/>
            <ac:grpSpMk id="6" creationId="{131EBD57-63A5-6837-5A23-3D3F1D74A426}"/>
          </ac:grpSpMkLst>
        </pc:grpChg>
        <pc:grpChg chg="add mod">
          <ac:chgData name="Mulqueen,Ryan" userId="60895dfe-2672-4256-851f-fb7e6ab45c06" providerId="ADAL" clId="{01FBA35A-7CF2-542C-8D50-9F570050C25C}" dt="2025-11-13T00:04:00.436" v="2317" actId="1076"/>
          <ac:grpSpMkLst>
            <pc:docMk/>
            <pc:sldMk cId="279799966" sldId="394"/>
            <ac:grpSpMk id="10" creationId="{8F4E5DBC-3A40-2F19-1130-DA4135FB9AED}"/>
          </ac:grpSpMkLst>
        </pc:grpChg>
        <pc:picChg chg="add del mod">
          <ac:chgData name="Mulqueen,Ryan" userId="60895dfe-2672-4256-851f-fb7e6ab45c06" providerId="ADAL" clId="{01FBA35A-7CF2-542C-8D50-9F570050C25C}" dt="2025-11-13T00:03:06.102" v="2305" actId="478"/>
          <ac:picMkLst>
            <pc:docMk/>
            <pc:sldMk cId="279799966" sldId="394"/>
            <ac:picMk id="5" creationId="{4156C4BE-FA8E-78BA-01A3-704949DE62E7}"/>
          </ac:picMkLst>
        </pc:picChg>
        <pc:picChg chg="mod">
          <ac:chgData name="Mulqueen,Ryan" userId="60895dfe-2672-4256-851f-fb7e6ab45c06" providerId="ADAL" clId="{01FBA35A-7CF2-542C-8D50-9F570050C25C}" dt="2025-11-12T23:49:01.968" v="1085"/>
          <ac:picMkLst>
            <pc:docMk/>
            <pc:sldMk cId="279799966" sldId="394"/>
            <ac:picMk id="7" creationId="{28B5A87A-E40A-4C73-6D93-4D456DB5EF2F}"/>
          </ac:picMkLst>
        </pc:picChg>
        <pc:picChg chg="mod">
          <ac:chgData name="Mulqueen,Ryan" userId="60895dfe-2672-4256-851f-fb7e6ab45c06" providerId="ADAL" clId="{01FBA35A-7CF2-542C-8D50-9F570050C25C}" dt="2025-11-13T00:04:00.436" v="2317" actId="1076"/>
          <ac:picMkLst>
            <pc:docMk/>
            <pc:sldMk cId="279799966" sldId="394"/>
            <ac:picMk id="11" creationId="{B8914245-AE43-4007-B1E3-DC5A7A02BA14}"/>
          </ac:picMkLst>
        </pc:picChg>
        <pc:picChg chg="add mod">
          <ac:chgData name="Mulqueen,Ryan" userId="60895dfe-2672-4256-851f-fb7e6ab45c06" providerId="ADAL" clId="{01FBA35A-7CF2-542C-8D50-9F570050C25C}" dt="2025-11-13T00:04:07.439" v="2321" actId="1076"/>
          <ac:picMkLst>
            <pc:docMk/>
            <pc:sldMk cId="279799966" sldId="394"/>
            <ac:picMk id="14" creationId="{E8974934-4B1F-BA40-ED14-F3C3A28A9FF1}"/>
          </ac:picMkLst>
        </pc:picChg>
        <pc:picChg chg="add del mod">
          <ac:chgData name="Mulqueen,Ryan" userId="60895dfe-2672-4256-851f-fb7e6ab45c06" providerId="ADAL" clId="{01FBA35A-7CF2-542C-8D50-9F570050C25C}" dt="2025-11-13T00:03:10.104" v="2306" actId="478"/>
          <ac:picMkLst>
            <pc:docMk/>
            <pc:sldMk cId="279799966" sldId="394"/>
            <ac:picMk id="2050" creationId="{010885FB-0527-56EF-939F-A7FC8E65F462}"/>
          </ac:picMkLst>
        </pc:picChg>
      </pc:sldChg>
      <pc:sldChg chg="addSp delSp modSp add mod">
        <pc:chgData name="Mulqueen,Ryan" userId="60895dfe-2672-4256-851f-fb7e6ab45c06" providerId="ADAL" clId="{01FBA35A-7CF2-542C-8D50-9F570050C25C}" dt="2025-11-12T23:54:30.192" v="1687" actId="20577"/>
        <pc:sldMkLst>
          <pc:docMk/>
          <pc:sldMk cId="2809097195" sldId="395"/>
        </pc:sldMkLst>
        <pc:spChg chg="mod">
          <ac:chgData name="Mulqueen,Ryan" userId="60895dfe-2672-4256-851f-fb7e6ab45c06" providerId="ADAL" clId="{01FBA35A-7CF2-542C-8D50-9F570050C25C}" dt="2025-11-12T23:50:05.299" v="1111" actId="20577"/>
          <ac:spMkLst>
            <pc:docMk/>
            <pc:sldMk cId="2809097195" sldId="395"/>
            <ac:spMk id="2" creationId="{1610D67E-604C-F1BD-A336-D67CA8DD3821}"/>
          </ac:spMkLst>
        </pc:spChg>
        <pc:spChg chg="del">
          <ac:chgData name="Mulqueen,Ryan" userId="60895dfe-2672-4256-851f-fb7e6ab45c06" providerId="ADAL" clId="{01FBA35A-7CF2-542C-8D50-9F570050C25C}" dt="2025-11-12T23:48:35.834" v="1083" actId="478"/>
          <ac:spMkLst>
            <pc:docMk/>
            <pc:sldMk cId="2809097195" sldId="395"/>
            <ac:spMk id="3" creationId="{2094FED8-5E3B-23D1-4789-369C730E018B}"/>
          </ac:spMkLst>
        </pc:spChg>
        <pc:spChg chg="del">
          <ac:chgData name="Mulqueen,Ryan" userId="60895dfe-2672-4256-851f-fb7e6ab45c06" providerId="ADAL" clId="{01FBA35A-7CF2-542C-8D50-9F570050C25C}" dt="2025-11-12T23:48:37.678" v="1084" actId="478"/>
          <ac:spMkLst>
            <pc:docMk/>
            <pc:sldMk cId="2809097195" sldId="395"/>
            <ac:spMk id="4" creationId="{14232F95-AA2E-16E9-90A7-8829B7730992}"/>
          </ac:spMkLst>
        </pc:spChg>
        <pc:spChg chg="add mod">
          <ac:chgData name="Mulqueen,Ryan" userId="60895dfe-2672-4256-851f-fb7e6ab45c06" providerId="ADAL" clId="{01FBA35A-7CF2-542C-8D50-9F570050C25C}" dt="2025-11-12T23:54:30.192" v="1687" actId="20577"/>
          <ac:spMkLst>
            <pc:docMk/>
            <pc:sldMk cId="2809097195" sldId="395"/>
            <ac:spMk id="5" creationId="{D3EFF8C7-2A5B-BE05-C56B-348E5D4EADFA}"/>
          </ac:spMkLst>
        </pc:spChg>
        <pc:spChg chg="add mod">
          <ac:chgData name="Mulqueen,Ryan" userId="60895dfe-2672-4256-851f-fb7e6ab45c06" providerId="ADAL" clId="{01FBA35A-7CF2-542C-8D50-9F570050C25C}" dt="2025-11-12T23:54:09.615" v="1670" actId="20577"/>
          <ac:spMkLst>
            <pc:docMk/>
            <pc:sldMk cId="2809097195" sldId="395"/>
            <ac:spMk id="6" creationId="{5CA0E19E-BFF5-D8A0-DC43-38699960DE94}"/>
          </ac:spMkLst>
        </pc:spChg>
        <pc:picChg chg="del">
          <ac:chgData name="Mulqueen,Ryan" userId="60895dfe-2672-4256-851f-fb7e6ab45c06" providerId="ADAL" clId="{01FBA35A-7CF2-542C-8D50-9F570050C25C}" dt="2025-11-12T23:48:33.971" v="1082" actId="478"/>
          <ac:picMkLst>
            <pc:docMk/>
            <pc:sldMk cId="2809097195" sldId="395"/>
            <ac:picMk id="8194" creationId="{810E79A3-DE3A-25C6-5A74-C845A8EEA088}"/>
          </ac:picMkLst>
        </pc:picChg>
        <pc:picChg chg="del">
          <ac:chgData name="Mulqueen,Ryan" userId="60895dfe-2672-4256-851f-fb7e6ab45c06" providerId="ADAL" clId="{01FBA35A-7CF2-542C-8D50-9F570050C25C}" dt="2025-11-12T23:48:33.205" v="1081" actId="478"/>
          <ac:picMkLst>
            <pc:docMk/>
            <pc:sldMk cId="2809097195" sldId="395"/>
            <ac:picMk id="8196" creationId="{F40D1565-48B1-2834-BC5E-3222577ECD2A}"/>
          </ac:picMkLst>
        </pc:picChg>
      </pc:sldChg>
      <pc:sldChg chg="addSp delSp modSp add mod modAnim">
        <pc:chgData name="Mulqueen,Ryan" userId="60895dfe-2672-4256-851f-fb7e6ab45c06" providerId="ADAL" clId="{01FBA35A-7CF2-542C-8D50-9F570050C25C}" dt="2025-11-13T15:29:29.914" v="2960" actId="1076"/>
        <pc:sldMkLst>
          <pc:docMk/>
          <pc:sldMk cId="64882714" sldId="396"/>
        </pc:sldMkLst>
        <pc:spChg chg="add del mod">
          <ac:chgData name="Mulqueen,Ryan" userId="60895dfe-2672-4256-851f-fb7e6ab45c06" providerId="ADAL" clId="{01FBA35A-7CF2-542C-8D50-9F570050C25C}" dt="2025-11-13T00:03:55.419" v="2313" actId="478"/>
          <ac:spMkLst>
            <pc:docMk/>
            <pc:sldMk cId="64882714" sldId="396"/>
            <ac:spMk id="2" creationId="{E710E7BD-0286-C762-4EB1-E46803A070F1}"/>
          </ac:spMkLst>
        </pc:spChg>
        <pc:spChg chg="add del mod">
          <ac:chgData name="Mulqueen,Ryan" userId="60895dfe-2672-4256-851f-fb7e6ab45c06" providerId="ADAL" clId="{01FBA35A-7CF2-542C-8D50-9F570050C25C}" dt="2025-11-13T00:04:10.034" v="2322" actId="478"/>
          <ac:spMkLst>
            <pc:docMk/>
            <pc:sldMk cId="64882714" sldId="396"/>
            <ac:spMk id="13" creationId="{8A1799AE-12C5-F8F2-4BA9-8AE6B634F523}"/>
          </ac:spMkLst>
        </pc:spChg>
        <pc:spChg chg="add mod">
          <ac:chgData name="Mulqueen,Ryan" userId="60895dfe-2672-4256-851f-fb7e6ab45c06" providerId="ADAL" clId="{01FBA35A-7CF2-542C-8D50-9F570050C25C}" dt="2025-11-13T00:04:39.121" v="2342" actId="1076"/>
          <ac:spMkLst>
            <pc:docMk/>
            <pc:sldMk cId="64882714" sldId="396"/>
            <ac:spMk id="14" creationId="{4D1248C1-862F-6726-9946-FF7EDCE61AD7}"/>
          </ac:spMkLst>
        </pc:spChg>
        <pc:grpChg chg="del">
          <ac:chgData name="Mulqueen,Ryan" userId="60895dfe-2672-4256-851f-fb7e6ab45c06" providerId="ADAL" clId="{01FBA35A-7CF2-542C-8D50-9F570050C25C}" dt="2025-11-13T00:03:00.337" v="2303" actId="478"/>
          <ac:grpSpMkLst>
            <pc:docMk/>
            <pc:sldMk cId="64882714" sldId="396"/>
            <ac:grpSpMk id="6" creationId="{4322AAD5-0F34-C1A7-57E5-A7CDCA104967}"/>
          </ac:grpSpMkLst>
        </pc:grpChg>
        <pc:grpChg chg="del">
          <ac:chgData name="Mulqueen,Ryan" userId="60895dfe-2672-4256-851f-fb7e6ab45c06" providerId="ADAL" clId="{01FBA35A-7CF2-542C-8D50-9F570050C25C}" dt="2025-11-13T00:02:58.853" v="2302" actId="478"/>
          <ac:grpSpMkLst>
            <pc:docMk/>
            <pc:sldMk cId="64882714" sldId="396"/>
            <ac:grpSpMk id="10" creationId="{C9A92843-29EE-6F71-8AD3-081DEC898C9D}"/>
          </ac:grpSpMkLst>
        </pc:grpChg>
        <pc:picChg chg="add mod">
          <ac:chgData name="Mulqueen,Ryan" userId="60895dfe-2672-4256-851f-fb7e6ab45c06" providerId="ADAL" clId="{01FBA35A-7CF2-542C-8D50-9F570050C25C}" dt="2025-11-13T15:29:21.010" v="2956" actId="1076"/>
          <ac:picMkLst>
            <pc:docMk/>
            <pc:sldMk cId="64882714" sldId="396"/>
            <ac:picMk id="3" creationId="{A1FA5412-C05B-E5AD-348E-987E400E9175}"/>
          </ac:picMkLst>
        </pc:picChg>
        <pc:picChg chg="mod">
          <ac:chgData name="Mulqueen,Ryan" userId="60895dfe-2672-4256-851f-fb7e6ab45c06" providerId="ADAL" clId="{01FBA35A-7CF2-542C-8D50-9F570050C25C}" dt="2025-11-13T15:29:24.234" v="2957" actId="1076"/>
          <ac:picMkLst>
            <pc:docMk/>
            <pc:sldMk cId="64882714" sldId="396"/>
            <ac:picMk id="5" creationId="{090FBBC5-A30F-30CB-09FE-B537E7E3081D}"/>
          </ac:picMkLst>
        </pc:picChg>
        <pc:picChg chg="add mod">
          <ac:chgData name="Mulqueen,Ryan" userId="60895dfe-2672-4256-851f-fb7e6ab45c06" providerId="ADAL" clId="{01FBA35A-7CF2-542C-8D50-9F570050C25C}" dt="2025-11-13T15:29:29.914" v="2960" actId="1076"/>
          <ac:picMkLst>
            <pc:docMk/>
            <pc:sldMk cId="64882714" sldId="396"/>
            <ac:picMk id="15" creationId="{3B56E461-9077-8A25-C242-BFD26456FC47}"/>
          </ac:picMkLst>
        </pc:picChg>
        <pc:picChg chg="add del mod">
          <ac:chgData name="Mulqueen,Ryan" userId="60895dfe-2672-4256-851f-fb7e6ab45c06" providerId="ADAL" clId="{01FBA35A-7CF2-542C-8D50-9F570050C25C}" dt="2025-11-13T00:03:58.615" v="2316" actId="21"/>
          <ac:picMkLst>
            <pc:docMk/>
            <pc:sldMk cId="64882714" sldId="396"/>
            <ac:picMk id="2050" creationId="{92944485-6502-0B51-FC4B-B0CACB28EF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0A90C-C8DC-7B46-B7F0-F197B2635AF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20CF5-BEB4-054B-983E-8BF2E4078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0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22FB-B201-B68A-16A6-770214B5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8B6E7-E9CD-A717-112F-011612BFC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92F67-F5F1-6C66-7F9D-081F372F4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The data were from 749 controls and 878 participants with newly diagnosed untreated cancer across 20 tumor types and all stages. For eight tumor types, the reported sensitivity across stage I-III cancers was 66% colorectal (n = 28), 63% esophageal (n = 19), 56% head and neck (n = 5), 80% hepatobiliary (n = 5), 59% lung (n = 73), 77% lymphoma (n = 17), 73% multiple myeloma (n = 11), 90% ovarian (n = 10), and 80% for pancreatic (n = 10) tumors. In each instance, specificity was held at 95%.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23F26-7462-FDBE-00F4-A2BBABA2F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0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69D5-FF37-D916-2459-853E2FBB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1C086-3E56-2392-AC32-C607FFE47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DE86D-89C6-08BC-213A-97F6B9F7D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The data were from 749 controls and 878 participants with newly diagnosed untreated cancer across 20 tumor types and all stages. For eight tumor types, the reported sensitivity across stage I-III cancers was 66% colorectal (n = 28), 63% esophageal (n = 19), 56% head and neck (n = 5), 80% hepatobiliary (n = 5), 59% lung (n = 73), 77% lymphoma (n = 17), 73% multiple myeloma (n = 11), 90% ovarian (n = 10), and 80% for pancreatic (n = 10) tumors. In each instance, specificity was held at 95%.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952F3-9BA6-EA73-521A-1940799E0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39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E8EC-84BB-984B-D9ED-A77409D3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DD4F9-24D7-D75A-F184-BD5322750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4F105-162F-3134-2486-BC36E15AD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The data were from 749 controls and 878 participants with newly diagnosed untreated cancer across 20 tumor types and all stages. For eight tumor types, the reported sensitivity across stage I-III cancers was 66% colorectal (n = 28), 63% esophageal (n = 19), 56% head and neck (n = 5), 80% hepatobiliary (n = 5), 59% lung (n = 73), 77% lymphoma (n = 17), 73% multiple myeloma (n = 11), 90% ovarian (n = 10), and 80% for pancreatic (n = 10) tumors. In each instance, specificity was held at 95%.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4685B-B0A8-98AF-9F47-D2EDB133D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1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23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13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EC705-9D15-935B-0F37-E6E1BDAE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66245-8CA8-825A-E5B1-6853CFE6D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9CC07-501F-C684-A08A-67A95CA0A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F55E9-A5BA-70B9-0E7E-D99EEA5E4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49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99BFD-2B29-D84F-8D32-99CEDE0BDC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0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5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5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8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8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2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3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7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9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2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8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EB9481B-5F47-B44E-98B5-0FC0B63A5F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0D26DBE-B7D3-994F-B4F1-14DDB1A0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60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bi.nlm.nih.gov/pubmed/29255258" TargetMode="External"/><Relationship Id="rId13" Type="http://schemas.openxmlformats.org/officeDocument/2006/relationships/hyperlink" Target="https://www.ncbi.nlm.nih.gov/pubmed/30498128" TargetMode="External"/><Relationship Id="rId18" Type="http://schemas.openxmlformats.org/officeDocument/2006/relationships/hyperlink" Target="http://www.ncbi.nlm.nih.gov/pmc/articles/pmc8494641/" TargetMode="External"/><Relationship Id="rId3" Type="http://schemas.openxmlformats.org/officeDocument/2006/relationships/image" Target="../media/image22.png"/><Relationship Id="rId7" Type="http://schemas.openxmlformats.org/officeDocument/2006/relationships/hyperlink" Target="https://www.ncbi.nlm.nih.gov/pubmed/26752769" TargetMode="External"/><Relationship Id="rId12" Type="http://schemas.openxmlformats.org/officeDocument/2006/relationships/hyperlink" Target="https://www.ncbi.nlm.nih.gov/pubmed/29915357" TargetMode="External"/><Relationship Id="rId17" Type="http://schemas.openxmlformats.org/officeDocument/2006/relationships/hyperlink" Target="https://www.ncbi.nlm.nih.gov/pubmed/31847873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www.ncbi.nlm.nih.gov/pubmed/3155480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ubmed/27696608" TargetMode="External"/><Relationship Id="rId11" Type="http://schemas.openxmlformats.org/officeDocument/2006/relationships/hyperlink" Target="https://www.ncbi.nlm.nih.gov/pubmed/30031774" TargetMode="External"/><Relationship Id="rId5" Type="http://schemas.openxmlformats.org/officeDocument/2006/relationships/hyperlink" Target="https://www.ncbi.nlm.nih.gov/pubmed/26549683" TargetMode="External"/><Relationship Id="rId15" Type="http://schemas.openxmlformats.org/officeDocument/2006/relationships/hyperlink" Target="https://www.ncbi.nlm.nih.gov/pubmed/30560925" TargetMode="External"/><Relationship Id="rId10" Type="http://schemas.openxmlformats.org/officeDocument/2006/relationships/hyperlink" Target="https://www.ncbi.nlm.nih.gov/pubmed/30078558" TargetMode="External"/><Relationship Id="rId19" Type="http://schemas.openxmlformats.org/officeDocument/2006/relationships/hyperlink" Target="https://pubmed.ncbi.nlm.nih.gov/36494343/" TargetMode="External"/><Relationship Id="rId4" Type="http://schemas.openxmlformats.org/officeDocument/2006/relationships/hyperlink" Target="https://www.ncbi.nlm.nih.gov/pubmed/25042786" TargetMode="External"/><Relationship Id="rId9" Type="http://schemas.openxmlformats.org/officeDocument/2006/relationships/hyperlink" Target="https://www.ncbi.nlm.nih.gov/pubmed/28798132" TargetMode="External"/><Relationship Id="rId14" Type="http://schemas.openxmlformats.org/officeDocument/2006/relationships/hyperlink" Target="http://www.ncbi.nlm.nih.gov/pmc/articles/pmc5938134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D80F-90E2-E9D4-46DC-F93A87EE9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single-cell methylation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62BE2-C50E-DD6A-9F91-B21E1323A7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G&amp;E Data Science Working Group</a:t>
            </a:r>
          </a:p>
          <a:p>
            <a:r>
              <a:rPr lang="en-US" dirty="0"/>
              <a:t>Ryan Mulqueen</a:t>
            </a:r>
          </a:p>
          <a:p>
            <a:r>
              <a:rPr lang="en-US" dirty="0"/>
              <a:t>Navin Lab, Systems Biology, MDACC</a:t>
            </a:r>
          </a:p>
          <a:p>
            <a:r>
              <a:rPr lang="en-US" dirty="0"/>
              <a:t>11/13/2025</a:t>
            </a:r>
          </a:p>
        </p:txBody>
      </p:sp>
    </p:spTree>
    <p:extLst>
      <p:ext uri="{BB962C8B-B14F-4D97-AF65-F5344CB8AC3E}">
        <p14:creationId xmlns:p14="http://schemas.microsoft.com/office/powerpoint/2010/main" val="2584202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4B77-3C60-0A64-1955-C004EDD28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9E123-1B92-B390-6E18-DDBD8047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1255" y="2081948"/>
            <a:ext cx="6242545" cy="4351338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chemeClr val="accent6"/>
                </a:solidFill>
              </a:rPr>
              <a:t>Unique samples for DNA methylation</a:t>
            </a:r>
          </a:p>
          <a:p>
            <a:pPr lvl="1"/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Foundations of methylation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How we can measure it in single-cell scale</a:t>
            </a:r>
          </a:p>
          <a:p>
            <a:pPr lvl="1"/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dirty="0">
                <a:solidFill>
                  <a:schemeClr val="tx2">
                    <a:lumMod val="90000"/>
                  </a:schemeClr>
                </a:solidFill>
              </a:rPr>
              <a:t>Analysis of most-omics data sets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How methylation analysis is different</a:t>
            </a:r>
          </a:p>
          <a:p>
            <a:pPr lvl="1"/>
            <a:endParaRPr lang="en-US" dirty="0">
              <a:solidFill>
                <a:srgbClr val="FFC000"/>
              </a:solidFill>
            </a:endParaRPr>
          </a:p>
          <a:p>
            <a:pPr lvl="1"/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dirty="0">
                <a:solidFill>
                  <a:srgbClr val="C099C2"/>
                </a:solidFill>
              </a:rPr>
              <a:t>What else can we do with it?</a:t>
            </a:r>
          </a:p>
          <a:p>
            <a:pPr lvl="1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Where is the field headed?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91113-AA0B-1BDA-BFDD-AF8E764F7FC7}"/>
              </a:ext>
            </a:extLst>
          </p:cNvPr>
          <p:cNvSpPr txBox="1"/>
          <p:nvPr/>
        </p:nvSpPr>
        <p:spPr>
          <a:xfrm>
            <a:off x="298622" y="2361104"/>
            <a:ext cx="44710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My main take-aways: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 single cell omics analyses are essentially the same.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DNA methylation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unique attributes that allow for unique analyses.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I’m excited about DNA methylation and I think you should be too.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65AFB-2BE6-D26A-7D08-AF8B8873A36B}"/>
              </a:ext>
            </a:extLst>
          </p:cNvPr>
          <p:cNvSpPr txBox="1"/>
          <p:nvPr/>
        </p:nvSpPr>
        <p:spPr>
          <a:xfrm rot="16200000">
            <a:off x="4850927" y="241571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INTRO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AB5A6-DD11-805F-00C0-159C8867CB59}"/>
              </a:ext>
            </a:extLst>
          </p:cNvPr>
          <p:cNvSpPr txBox="1"/>
          <p:nvPr/>
        </p:nvSpPr>
        <p:spPr>
          <a:xfrm rot="16200000">
            <a:off x="4644462" y="3895795"/>
            <a:ext cx="130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DF93BF-97DA-6918-A072-C867DC745267}"/>
              </a:ext>
            </a:extLst>
          </p:cNvPr>
          <p:cNvSpPr txBox="1"/>
          <p:nvPr/>
        </p:nvSpPr>
        <p:spPr>
          <a:xfrm rot="16200000">
            <a:off x="4594446" y="5438118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45994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5F80-F7B6-D267-2049-42D68EDA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5ADC-0FC5-E065-31F6-FB6AF80968E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Methylation is stable in FFPE and specific across cancer staging</a:t>
            </a:r>
          </a:p>
        </p:txBody>
      </p:sp>
      <p:pic>
        <p:nvPicPr>
          <p:cNvPr id="3" name="Picture 2" descr="A close-up of a molecule&#10;&#10;Description automatically generated">
            <a:extLst>
              <a:ext uri="{FF2B5EF4-FFF2-40B4-BE49-F238E27FC236}">
                <a16:creationId xmlns:a16="http://schemas.microsoft.com/office/drawing/2014/main" id="{622E987A-9FCF-C651-3715-DD07713D1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991" y="1494838"/>
            <a:ext cx="9628017" cy="3149351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71A2F5B6-F3BB-8643-52D2-7C4A8AC1CADB}"/>
              </a:ext>
            </a:extLst>
          </p:cNvPr>
          <p:cNvSpPr/>
          <p:nvPr/>
        </p:nvSpPr>
        <p:spPr>
          <a:xfrm>
            <a:off x="6454057" y="3299849"/>
            <a:ext cx="655486" cy="794395"/>
          </a:xfrm>
          <a:prstGeom prst="rightArrow">
            <a:avLst/>
          </a:prstGeom>
          <a:solidFill>
            <a:srgbClr val="DA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5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432B5-DA5E-15B1-2BD2-A9B064E9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5C1478F-9A59-9F94-B398-B093529EC5EA}"/>
              </a:ext>
            </a:extLst>
          </p:cNvPr>
          <p:cNvSpPr txBox="1"/>
          <p:nvPr/>
        </p:nvSpPr>
        <p:spPr>
          <a:xfrm>
            <a:off x="7887154" y="6192508"/>
            <a:ext cx="61395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Liu, M. C., et al 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Annals of Oncology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31.6 (2020): 745-759.</a:t>
            </a:r>
          </a:p>
          <a:p>
            <a:r>
              <a:rPr lang="en-US" sz="1000" b="0" i="0" dirty="0" err="1">
                <a:effectLst/>
                <a:latin typeface="Arial" panose="020B0604020202020204" pitchFamily="34" charset="0"/>
              </a:rPr>
              <a:t>Fenaux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, Pierre, et al. 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Journal of clinical oncology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28.4 (2010): 562-569.</a:t>
            </a:r>
            <a:endParaRPr lang="en-US" sz="1000" dirty="0"/>
          </a:p>
          <a:p>
            <a:r>
              <a:rPr lang="en-US" sz="1000" i="1" dirty="0">
                <a:latin typeface="Arial" panose="020B0604020202020204" pitchFamily="34" charset="0"/>
              </a:rPr>
              <a:t>DuPont, et al. Scientific Reports 13 (2023): </a:t>
            </a:r>
            <a:r>
              <a:rPr lang="en-US" sz="1000" b="0" i="0" dirty="0">
                <a:effectLst/>
                <a:latin typeface="-apple-system"/>
              </a:rPr>
              <a:t>16381</a:t>
            </a:r>
            <a:endParaRPr lang="en-US" sz="1000" i="1" dirty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B70B38-B279-3573-8EB8-FEFCF5B8AB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Methylation is stable in FFPE and specific across cancer staging</a:t>
            </a:r>
          </a:p>
        </p:txBody>
      </p:sp>
      <p:pic>
        <p:nvPicPr>
          <p:cNvPr id="2" name="Picture 2" descr="Figure 6">
            <a:extLst>
              <a:ext uri="{FF2B5EF4-FFF2-40B4-BE49-F238E27FC236}">
                <a16:creationId xmlns:a16="http://schemas.microsoft.com/office/drawing/2014/main" id="{076A52B7-8486-B51C-E636-03C1B0D02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35"/>
          <a:stretch>
            <a:fillRect/>
          </a:stretch>
        </p:blipFill>
        <p:spPr bwMode="auto">
          <a:xfrm>
            <a:off x="2362142" y="1297265"/>
            <a:ext cx="6240741" cy="4513988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00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E5DE-1E63-145B-025C-4C8557D4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in graphic">
            <a:extLst>
              <a:ext uri="{FF2B5EF4-FFF2-40B4-BE49-F238E27FC236}">
                <a16:creationId xmlns:a16="http://schemas.microsoft.com/office/drawing/2014/main" id="{45856160-E29E-459F-3E7A-B79163E969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1864" y="1281292"/>
            <a:ext cx="1815138" cy="512869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755A61-10B8-A3B4-9D16-57DCF4DBF11C}"/>
              </a:ext>
            </a:extLst>
          </p:cNvPr>
          <p:cNvSpPr txBox="1"/>
          <p:nvPr/>
        </p:nvSpPr>
        <p:spPr>
          <a:xfrm>
            <a:off x="7887154" y="6192508"/>
            <a:ext cx="61395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Liu, M. C., et al 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Annals of Oncology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31.6 (2020): 745-759.</a:t>
            </a:r>
          </a:p>
          <a:p>
            <a:r>
              <a:rPr lang="en-US" sz="1000" b="0" i="0" dirty="0" err="1">
                <a:effectLst/>
                <a:latin typeface="Arial" panose="020B0604020202020204" pitchFamily="34" charset="0"/>
              </a:rPr>
              <a:t>Fenaux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, Pierre, et al. 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Journal of clinical oncology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28.4 (2010): 562-569.</a:t>
            </a:r>
            <a:endParaRPr lang="en-US" sz="1000" dirty="0"/>
          </a:p>
          <a:p>
            <a:r>
              <a:rPr lang="en-US" sz="1000" i="1" dirty="0">
                <a:latin typeface="Arial" panose="020B0604020202020204" pitchFamily="34" charset="0"/>
              </a:rPr>
              <a:t>DuPont, et al. Scientific Reports 13 (2023): </a:t>
            </a:r>
            <a:r>
              <a:rPr lang="en-US" sz="1000" b="0" i="0" dirty="0">
                <a:effectLst/>
                <a:latin typeface="-apple-system"/>
              </a:rPr>
              <a:t>16381</a:t>
            </a:r>
            <a:endParaRPr lang="en-US" sz="1000" i="1" dirty="0">
              <a:latin typeface="Arial" panose="020B0604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7CD2016-A57C-42C4-473D-FB5B9E7D2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45" y="1644531"/>
            <a:ext cx="4180129" cy="4180129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4FBDE3-1EF5-62B3-06F3-983C0E6662E3}"/>
              </a:ext>
            </a:extLst>
          </p:cNvPr>
          <p:cNvSpPr txBox="1"/>
          <p:nvPr/>
        </p:nvSpPr>
        <p:spPr>
          <a:xfrm>
            <a:off x="3206345" y="1156150"/>
            <a:ext cx="417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B2B90"/>
                </a:solidFill>
              </a:rPr>
              <a:t>methylation is cancer and stage specific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42C0B-93C1-2996-EC1D-1BB64FB4BFDF}"/>
              </a:ext>
            </a:extLst>
          </p:cNvPr>
          <p:cNvSpPr txBox="1"/>
          <p:nvPr/>
        </p:nvSpPr>
        <p:spPr>
          <a:xfrm>
            <a:off x="3206345" y="911960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B2B90"/>
                </a:solidFill>
              </a:rPr>
              <a:t>Pathfinder 2 Galleri Test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729E21-05A7-0B10-3991-2865A9A59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726" y="2126280"/>
            <a:ext cx="4180129" cy="3216629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5DA56D5-312E-5045-F186-8676D836AF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Methylation is stable in FFPE and specific across cancer staging</a:t>
            </a:r>
          </a:p>
        </p:txBody>
      </p:sp>
    </p:spTree>
    <p:extLst>
      <p:ext uri="{BB962C8B-B14F-4D97-AF65-F5344CB8AC3E}">
        <p14:creationId xmlns:p14="http://schemas.microsoft.com/office/powerpoint/2010/main" val="356422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molecule&#10;&#10;Description automatically generated">
            <a:extLst>
              <a:ext uri="{FF2B5EF4-FFF2-40B4-BE49-F238E27FC236}">
                <a16:creationId xmlns:a16="http://schemas.microsoft.com/office/drawing/2014/main" id="{FA26C279-EDEC-7199-7D71-39EA40447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38" y="979123"/>
            <a:ext cx="9222627" cy="3016747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2E464136-D651-0F9A-6ED5-5A25AA103085}"/>
              </a:ext>
            </a:extLst>
          </p:cNvPr>
          <p:cNvSpPr/>
          <p:nvPr/>
        </p:nvSpPr>
        <p:spPr>
          <a:xfrm>
            <a:off x="6096000" y="2597390"/>
            <a:ext cx="799113" cy="968459"/>
          </a:xfrm>
          <a:prstGeom prst="rightArrow">
            <a:avLst/>
          </a:prstGeom>
          <a:solidFill>
            <a:srgbClr val="DA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25EFAEA-5BFC-4A7B-C54E-718A0C03A5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FOUNDATIONS OF DNA METHYLATION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062CF04-6222-DAD9-6A62-0B4041BC8FC7}"/>
              </a:ext>
            </a:extLst>
          </p:cNvPr>
          <p:cNvSpPr txBox="1">
            <a:spLocks/>
          </p:cNvSpPr>
          <p:nvPr/>
        </p:nvSpPr>
        <p:spPr>
          <a:xfrm>
            <a:off x="0" y="4158494"/>
            <a:ext cx="12192000" cy="6412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>
                <a:solidFill>
                  <a:schemeClr val="bg1"/>
                </a:solidFill>
              </a:rPr>
              <a:t>WRITER (2)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6B508BC-224E-575F-E799-BFF46FD042FB}"/>
              </a:ext>
            </a:extLst>
          </p:cNvPr>
          <p:cNvSpPr txBox="1">
            <a:spLocks/>
          </p:cNvSpPr>
          <p:nvPr/>
        </p:nvSpPr>
        <p:spPr>
          <a:xfrm>
            <a:off x="0" y="5766296"/>
            <a:ext cx="12192000" cy="6412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>
                <a:solidFill>
                  <a:schemeClr val="bg1"/>
                </a:solidFill>
              </a:rPr>
              <a:t>READER (4)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2A5A172-D9DF-40A1-880C-B7F1309366BC}"/>
              </a:ext>
            </a:extLst>
          </p:cNvPr>
          <p:cNvSpPr txBox="1">
            <a:spLocks/>
          </p:cNvSpPr>
          <p:nvPr/>
        </p:nvSpPr>
        <p:spPr>
          <a:xfrm>
            <a:off x="0" y="4962395"/>
            <a:ext cx="12192000" cy="6412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>
                <a:solidFill>
                  <a:schemeClr val="bg1"/>
                </a:solidFill>
              </a:rPr>
              <a:t>ERASER (1)</a:t>
            </a:r>
          </a:p>
        </p:txBody>
      </p:sp>
    </p:spTree>
    <p:extLst>
      <p:ext uri="{BB962C8B-B14F-4D97-AF65-F5344CB8AC3E}">
        <p14:creationId xmlns:p14="http://schemas.microsoft.com/office/powerpoint/2010/main" val="65668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EFA979-760E-7E7C-6B79-F0681E93CC58}"/>
              </a:ext>
            </a:extLst>
          </p:cNvPr>
          <p:cNvGrpSpPr/>
          <p:nvPr/>
        </p:nvGrpSpPr>
        <p:grpSpPr>
          <a:xfrm>
            <a:off x="3605058" y="1650795"/>
            <a:ext cx="3526420" cy="4043884"/>
            <a:chOff x="1392711" y="246289"/>
            <a:chExt cx="2336800" cy="26797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5D5F64-0398-CD02-8577-8C489B2B1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711" y="246289"/>
              <a:ext cx="2336800" cy="26797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5515ED-734C-56D1-00F7-78BD2B88F8A1}"/>
                </a:ext>
              </a:extLst>
            </p:cNvPr>
            <p:cNvSpPr/>
            <p:nvPr/>
          </p:nvSpPr>
          <p:spPr>
            <a:xfrm>
              <a:off x="1392711" y="2070847"/>
              <a:ext cx="943030" cy="7900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5713A0-BE20-31C6-C40F-90142AA9EB15}"/>
                </a:ext>
              </a:extLst>
            </p:cNvPr>
            <p:cNvSpPr/>
            <p:nvPr/>
          </p:nvSpPr>
          <p:spPr>
            <a:xfrm>
              <a:off x="2333300" y="2535370"/>
              <a:ext cx="943030" cy="390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BB9EA2E9-A92E-7AAB-872F-EB92EEAC7BAA}"/>
              </a:ext>
            </a:extLst>
          </p:cNvPr>
          <p:cNvSpPr txBox="1">
            <a:spLocks/>
          </p:cNvSpPr>
          <p:nvPr/>
        </p:nvSpPr>
        <p:spPr>
          <a:xfrm>
            <a:off x="0" y="66256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WRITER: 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DNMT1 (DNA </a:t>
            </a:r>
            <a:r>
              <a:rPr lang="en-US" sz="33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MethylTransferase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1)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2E69B3-4A43-36F7-8FA4-CE5CB486869E}"/>
              </a:ext>
            </a:extLst>
          </p:cNvPr>
          <p:cNvGrpSpPr/>
          <p:nvPr/>
        </p:nvGrpSpPr>
        <p:grpSpPr>
          <a:xfrm>
            <a:off x="233582" y="2179982"/>
            <a:ext cx="3283412" cy="2820307"/>
            <a:chOff x="6270172" y="2112461"/>
            <a:chExt cx="3283412" cy="2820307"/>
          </a:xfrm>
        </p:grpSpPr>
        <p:pic>
          <p:nvPicPr>
            <p:cNvPr id="1030" name="Picture 6" descr="DNA methyltransferase 3a and its regulatory factor (left) and DNA methyltransferase 1 bound to a short piece of DNA (right).">
              <a:extLst>
                <a:ext uri="{FF2B5EF4-FFF2-40B4-BE49-F238E27FC236}">
                  <a16:creationId xmlns:a16="http://schemas.microsoft.com/office/drawing/2014/main" id="{990F6788-EF12-A87A-B6B9-4AF538F201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57" t="20806" r="-2267" b="23579"/>
            <a:stretch/>
          </p:blipFill>
          <p:spPr bwMode="auto">
            <a:xfrm>
              <a:off x="6270172" y="2112461"/>
              <a:ext cx="3283412" cy="2820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056477-87C5-BBC3-E0B7-A5EE759305B8}"/>
                </a:ext>
              </a:extLst>
            </p:cNvPr>
            <p:cNvSpPr/>
            <p:nvPr/>
          </p:nvSpPr>
          <p:spPr>
            <a:xfrm>
              <a:off x="6270172" y="2112461"/>
              <a:ext cx="769455" cy="5430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EDC2DFB-F64E-E80E-72D9-800C0BA89419}"/>
              </a:ext>
            </a:extLst>
          </p:cNvPr>
          <p:cNvSpPr txBox="1"/>
          <p:nvPr/>
        </p:nvSpPr>
        <p:spPr>
          <a:xfrm>
            <a:off x="7865174" y="6391634"/>
            <a:ext cx="4326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Wang, Shou-Wen. "MethylTree: exploring epimutations for accurate and.”</a:t>
            </a:r>
          </a:p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pdb.org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figure 1">
            <a:extLst>
              <a:ext uri="{FF2B5EF4-FFF2-40B4-BE49-F238E27FC236}">
                <a16:creationId xmlns:a16="http://schemas.microsoft.com/office/drawing/2014/main" id="{76847B73-D3FA-8F89-C848-C155F3DAF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51"/>
          <a:stretch>
            <a:fillRect/>
          </a:stretch>
        </p:blipFill>
        <p:spPr bwMode="auto">
          <a:xfrm>
            <a:off x="7676326" y="1750606"/>
            <a:ext cx="3526420" cy="373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513A24-9C69-F47A-5FFF-2E70A66D0A0C}"/>
              </a:ext>
            </a:extLst>
          </p:cNvPr>
          <p:cNvSpPr txBox="1"/>
          <p:nvPr/>
        </p:nvSpPr>
        <p:spPr>
          <a:xfrm>
            <a:off x="265997" y="978655"/>
            <a:ext cx="6181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maintains methylation by strand symmetry</a:t>
            </a: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CG dinucleotides</a:t>
            </a:r>
            <a:endParaRPr lang="en-US" sz="1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94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3A217BC-481C-9DEC-9F09-F627D9957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619" y="1197270"/>
            <a:ext cx="6832270" cy="498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DNA methyltransferase 3a and its regulatory factor (left) and DNA methyltransferase 1 bound to a short piece of DNA (right).">
            <a:extLst>
              <a:ext uri="{FF2B5EF4-FFF2-40B4-BE49-F238E27FC236}">
                <a16:creationId xmlns:a16="http://schemas.microsoft.com/office/drawing/2014/main" id="{318D8AA0-5B33-5E87-D324-AA5DA90C3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54" y="824582"/>
            <a:ext cx="2620808" cy="238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ED51184-6A9B-0404-67F6-779DDFA65960}"/>
              </a:ext>
            </a:extLst>
          </p:cNvPr>
          <p:cNvSpPr txBox="1">
            <a:spLocks/>
          </p:cNvSpPr>
          <p:nvPr/>
        </p:nvSpPr>
        <p:spPr>
          <a:xfrm>
            <a:off x="0" y="100683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WRITER: 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DNMT3 (DNA </a:t>
            </a:r>
            <a:r>
              <a:rPr lang="en-US" sz="33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MethylTransferase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3): </a:t>
            </a:r>
          </a:p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de novo methylation on closed chromatin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08697-58F6-FC56-E995-52D4E6BB2B5A}"/>
              </a:ext>
            </a:extLst>
          </p:cNvPr>
          <p:cNvSpPr txBox="1"/>
          <p:nvPr/>
        </p:nvSpPr>
        <p:spPr>
          <a:xfrm>
            <a:off x="9346557" y="6470598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Xie, Xiaoyan, et al. </a:t>
            </a:r>
            <a:r>
              <a:rPr lang="en-US" sz="1000" b="0" i="1" dirty="0" err="1">
                <a:effectLst/>
                <a:latin typeface="Arial" panose="020B0604020202020204" pitchFamily="34" charset="0"/>
              </a:rPr>
              <a:t>bioRxiv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(2024): 2024-12.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14578-45D6-A412-F6B1-66254325C389}"/>
              </a:ext>
            </a:extLst>
          </p:cNvPr>
          <p:cNvSpPr txBox="1"/>
          <p:nvPr/>
        </p:nvSpPr>
        <p:spPr>
          <a:xfrm>
            <a:off x="239210" y="3281240"/>
            <a:ext cx="42963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DNMT3</a:t>
            </a:r>
          </a:p>
          <a:p>
            <a:r>
              <a:rPr lang="en-US" sz="1200" dirty="0"/>
              <a:t>binds </a:t>
            </a:r>
            <a:r>
              <a:rPr lang="en-US" sz="1200" dirty="0" err="1"/>
              <a:t>dinucleosomes</a:t>
            </a:r>
            <a:r>
              <a:rPr lang="en-US" sz="1200" dirty="0"/>
              <a:t> marked with H3K36me3</a:t>
            </a:r>
          </a:p>
          <a:p>
            <a:endParaRPr lang="en-US" sz="1200" dirty="0"/>
          </a:p>
          <a:p>
            <a:r>
              <a:rPr lang="en-US" sz="1200" dirty="0"/>
              <a:t>methylates within the linker region &gt; 15bp</a:t>
            </a:r>
          </a:p>
          <a:p>
            <a:endParaRPr lang="en-US" sz="1200" dirty="0"/>
          </a:p>
          <a:p>
            <a:r>
              <a:rPr lang="en-US" sz="1200" dirty="0"/>
              <a:t>lack of MBD means DNMT3 can methylate non-CG dinucleotides</a:t>
            </a:r>
          </a:p>
          <a:p>
            <a:r>
              <a:rPr lang="en-US" sz="1200" dirty="0"/>
              <a:t>and can induce hemi-methylation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F7BCDB-F86E-05B8-07AB-F8EA4297E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10" y="4826643"/>
            <a:ext cx="4081407" cy="14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0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B678B8D-3D29-089F-FA63-452C81C4D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964" y="1055123"/>
            <a:ext cx="5422978" cy="542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A833868-3012-B04C-72E4-9B07B74F6B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06"/>
          <a:stretch/>
        </p:blipFill>
        <p:spPr bwMode="auto">
          <a:xfrm>
            <a:off x="310451" y="1788632"/>
            <a:ext cx="5198597" cy="32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04025C-5B1E-6275-2354-A74A4E4E3CBE}"/>
              </a:ext>
            </a:extLst>
          </p:cNvPr>
          <p:cNvSpPr txBox="1">
            <a:spLocks/>
          </p:cNvSpPr>
          <p:nvPr/>
        </p:nvSpPr>
        <p:spPr>
          <a:xfrm>
            <a:off x="0" y="143691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ERASER: 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TET2 (Ten Eleven Translocase 2) </a:t>
            </a:r>
          </a:p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oxidizes 5mC marking it for base excision repair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D11C3-340C-CFF8-69E8-C15463FF0E49}"/>
              </a:ext>
            </a:extLst>
          </p:cNvPr>
          <p:cNvSpPr txBox="1"/>
          <p:nvPr/>
        </p:nvSpPr>
        <p:spPr>
          <a:xfrm>
            <a:off x="8987742" y="6563104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Hu, Lulu, et al. 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Cell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155.7 (2013): 1545-1555.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8225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FC3D0852-4357-7DED-0D9A-293780BC92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7318" b="71119"/>
          <a:stretch/>
        </p:blipFill>
        <p:spPr bwMode="auto">
          <a:xfrm>
            <a:off x="772054" y="2438711"/>
            <a:ext cx="5053013" cy="198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7B7EAB-8B55-3E6C-84BC-0F10A4E5AA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6934" y="656854"/>
            <a:ext cx="5534476" cy="55442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4CF4E2-FDAF-5E96-4BD2-C3C28BBA9E24}"/>
              </a:ext>
            </a:extLst>
          </p:cNvPr>
          <p:cNvSpPr txBox="1"/>
          <p:nvPr/>
        </p:nvSpPr>
        <p:spPr>
          <a:xfrm>
            <a:off x="7660972" y="642608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Kaluscha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Sebastian, et al </a:t>
            </a:r>
            <a:r>
              <a:rPr lang="en-US" sz="1000" b="0" i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Nature genetics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54.12 (2022): 1895-1906.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FB540B7-1EDB-4423-817E-E30D45138430}"/>
              </a:ext>
            </a:extLst>
          </p:cNvPr>
          <p:cNvSpPr txBox="1">
            <a:spLocks/>
          </p:cNvSpPr>
          <p:nvPr/>
        </p:nvSpPr>
        <p:spPr>
          <a:xfrm>
            <a:off x="0" y="113489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READERS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 </a:t>
            </a: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Only 4 transcription factors have </a:t>
            </a:r>
            <a:r>
              <a:rPr lang="en-US" sz="28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MethylBinding</a:t>
            </a: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Domains (MBD)</a:t>
            </a:r>
            <a:endParaRPr lang="en-US" sz="33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191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84D23-A55F-97CB-43E3-05520081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7D25DA-6D51-7B9C-2AD7-1C95AF156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255" y="1851505"/>
            <a:ext cx="4327717" cy="3120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F89160-4C59-B637-6B14-593D2E2E89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8886" y="1654532"/>
            <a:ext cx="4523601" cy="4102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BAEFFA-4A7C-528B-1C9E-91F6046823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1654532"/>
            <a:ext cx="2172190" cy="3903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2BC23E-76C7-E8D4-CDB3-191BBF3F0723}"/>
              </a:ext>
            </a:extLst>
          </p:cNvPr>
          <p:cNvSpPr txBox="1"/>
          <p:nvPr/>
        </p:nvSpPr>
        <p:spPr>
          <a:xfrm>
            <a:off x="7969334" y="642608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Kaluscha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Sebastian, et al </a:t>
            </a:r>
            <a:r>
              <a:rPr lang="en-US" sz="1000" b="0" i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Nature genetics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54.12 (2022): 1895-1906.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14C7A-8FBD-0C60-819F-A06ED3F131BC}"/>
              </a:ext>
            </a:extLst>
          </p:cNvPr>
          <p:cNvSpPr txBox="1"/>
          <p:nvPr/>
        </p:nvSpPr>
        <p:spPr>
          <a:xfrm>
            <a:off x="8699501" y="6179866"/>
            <a:ext cx="688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Yin, </a:t>
            </a:r>
            <a:r>
              <a:rPr lang="en-US" sz="10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Yimeng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et al. </a:t>
            </a:r>
            <a:r>
              <a:rPr lang="en-US" sz="1000" dirty="0">
                <a:solidFill>
                  <a:schemeClr val="tx2"/>
                </a:solidFill>
                <a:latin typeface="Arial" panose="020B0604020202020204" pitchFamily="34" charset="0"/>
              </a:rPr>
              <a:t>Science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356.6337 (2017): eaaj2239.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DDF397-749B-13F7-75EA-2CA6A4E2A3E5}"/>
              </a:ext>
            </a:extLst>
          </p:cNvPr>
          <p:cNvSpPr txBox="1">
            <a:spLocks/>
          </p:cNvSpPr>
          <p:nvPr/>
        </p:nvSpPr>
        <p:spPr>
          <a:xfrm>
            <a:off x="0" y="113489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READERS</a:t>
            </a:r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 &gt;50% of transcription factors show CG-methylation preference</a:t>
            </a:r>
          </a:p>
        </p:txBody>
      </p:sp>
    </p:spTree>
    <p:extLst>
      <p:ext uri="{BB962C8B-B14F-4D97-AF65-F5344CB8AC3E}">
        <p14:creationId xmlns:p14="http://schemas.microsoft.com/office/powerpoint/2010/main" val="552761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Figure 1">
            <a:extLst>
              <a:ext uri="{FF2B5EF4-FFF2-40B4-BE49-F238E27FC236}">
                <a16:creationId xmlns:a16="http://schemas.microsoft.com/office/drawing/2014/main" id="{6684E5CE-8755-FC6A-1D2D-73ED2FDEF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58" r="22619" b="74210"/>
          <a:stretch>
            <a:fillRect/>
          </a:stretch>
        </p:blipFill>
        <p:spPr bwMode="auto">
          <a:xfrm>
            <a:off x="7114783" y="2738409"/>
            <a:ext cx="4815114" cy="3343466"/>
          </a:xfrm>
          <a:prstGeom prst="rect">
            <a:avLst/>
          </a:prstGeom>
          <a:noFill/>
          <a:ln w="5715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Figure 1">
            <a:extLst>
              <a:ext uri="{FF2B5EF4-FFF2-40B4-BE49-F238E27FC236}">
                <a16:creationId xmlns:a16="http://schemas.microsoft.com/office/drawing/2014/main" id="{447BD7E0-8F83-4115-FD99-97EC311DA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" t="62351" r="49123" b="-7"/>
          <a:stretch>
            <a:fillRect/>
          </a:stretch>
        </p:blipFill>
        <p:spPr bwMode="auto">
          <a:xfrm>
            <a:off x="477402" y="2658094"/>
            <a:ext cx="6046003" cy="3504096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8D9B8D-B0EF-A51C-5CDE-41C789FA34D2}"/>
              </a:ext>
            </a:extLst>
          </p:cNvPr>
          <p:cNvSpPr txBox="1"/>
          <p:nvPr/>
        </p:nvSpPr>
        <p:spPr>
          <a:xfrm>
            <a:off x="8651739" y="645560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Mulqueen</a:t>
            </a:r>
            <a:r>
              <a:rPr lang="en-US" sz="10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et al. </a:t>
            </a:r>
            <a:r>
              <a:rPr lang="en-US" sz="1000" b="0" i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Nature biotechnology</a:t>
            </a:r>
            <a:r>
              <a:rPr lang="en-US" sz="10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36.5 (2018): 428-431.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0E77A-F9B5-F244-E456-29989A36F0BA}"/>
              </a:ext>
            </a:extLst>
          </p:cNvPr>
          <p:cNvSpPr txBox="1">
            <a:spLocks/>
          </p:cNvSpPr>
          <p:nvPr/>
        </p:nvSpPr>
        <p:spPr>
          <a:xfrm>
            <a:off x="86444" y="102993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METHYLATION ALONG THE GENOME: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696C2-67AC-6C8A-1E08-82CEB2C0D6BF}"/>
              </a:ext>
            </a:extLst>
          </p:cNvPr>
          <p:cNvSpPr txBox="1"/>
          <p:nvPr/>
        </p:nvSpPr>
        <p:spPr>
          <a:xfrm>
            <a:off x="86443" y="782903"/>
            <a:ext cx="68279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CG sites are 60-80% methylated depending on cell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C099C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99C2"/>
                </a:solidFill>
              </a:rPr>
              <a:t>▼active sites </a:t>
            </a:r>
            <a:r>
              <a:rPr lang="en-US" sz="1800" dirty="0">
                <a:solidFill>
                  <a:srgbClr val="FF0000"/>
                </a:solidFill>
              </a:rPr>
              <a:t>▲silenced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Clusters of CG sites are known as CG islands, these overlap promoters and enhancers and are ~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80-90% hypomethylated</a:t>
            </a:r>
            <a:endParaRPr lang="en-US" sz="1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19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23;p74">
            <a:extLst>
              <a:ext uri="{FF2B5EF4-FFF2-40B4-BE49-F238E27FC236}">
                <a16:creationId xmlns:a16="http://schemas.microsoft.com/office/drawing/2014/main" id="{A6638024-CC34-7C19-7A9B-B6FA48B97E89}"/>
              </a:ext>
            </a:extLst>
          </p:cNvPr>
          <p:cNvPicPr preferRelativeResize="0"/>
          <p:nvPr/>
        </p:nvPicPr>
        <p:blipFill rotWithShape="1">
          <a:blip r:embed="rId3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91625" y="1768160"/>
            <a:ext cx="4944824" cy="4382041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DA7E1755-CA46-C0D3-EC6B-E4AF0724659A}"/>
              </a:ext>
            </a:extLst>
          </p:cNvPr>
          <p:cNvGrpSpPr/>
          <p:nvPr/>
        </p:nvGrpSpPr>
        <p:grpSpPr>
          <a:xfrm>
            <a:off x="5511702" y="1998869"/>
            <a:ext cx="6173630" cy="3882561"/>
            <a:chOff x="5855832" y="2411577"/>
            <a:chExt cx="6173630" cy="388256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52AD74D-3E4A-00B3-FA70-68DAE99F6F68}"/>
                </a:ext>
              </a:extLst>
            </p:cNvPr>
            <p:cNvGrpSpPr/>
            <p:nvPr/>
          </p:nvGrpSpPr>
          <p:grpSpPr>
            <a:xfrm>
              <a:off x="5855834" y="2411577"/>
              <a:ext cx="5442857" cy="646331"/>
              <a:chOff x="5919612" y="2411577"/>
              <a:chExt cx="5442857" cy="64633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E63444-F850-0B73-60C1-ED3A49EFADD8}"/>
                  </a:ext>
                </a:extLst>
              </p:cNvPr>
              <p:cNvSpPr txBox="1"/>
              <p:nvPr/>
            </p:nvSpPr>
            <p:spPr>
              <a:xfrm>
                <a:off x="5919612" y="2596243"/>
                <a:ext cx="54428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AGT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TATAG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GATAT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GTA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B5B60B-D656-7703-03B1-D8BAFB3388C9}"/>
                  </a:ext>
                </a:extLst>
              </p:cNvPr>
              <p:cNvSpPr txBox="1"/>
              <p:nvPr/>
            </p:nvSpPr>
            <p:spPr>
              <a:xfrm>
                <a:off x="6714623" y="2411577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65C494-1FA5-59C0-00B4-1B396158027E}"/>
                  </a:ext>
                </a:extLst>
              </p:cNvPr>
              <p:cNvSpPr txBox="1"/>
              <p:nvPr/>
            </p:nvSpPr>
            <p:spPr>
              <a:xfrm>
                <a:off x="8503283" y="2411577"/>
                <a:ext cx="484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me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0F9963-DCAA-4FDF-1305-54483AF1A51E}"/>
                </a:ext>
              </a:extLst>
            </p:cNvPr>
            <p:cNvSpPr txBox="1"/>
            <p:nvPr/>
          </p:nvSpPr>
          <p:spPr>
            <a:xfrm>
              <a:off x="5855834" y="3910224"/>
              <a:ext cx="54428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UU</a:t>
              </a:r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AGT</a:t>
              </a:r>
              <a:r>
                <a:rPr lang="en-US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TATAG</a:t>
              </a:r>
              <a:r>
                <a: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UU</a:t>
              </a:r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GATAT</a:t>
              </a:r>
              <a:r>
                <a:rPr lang="en-US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GTA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66E2D25-898A-3B9A-1F77-E8CF9B21E85A}"/>
                </a:ext>
              </a:extLst>
            </p:cNvPr>
            <p:cNvGrpSpPr/>
            <p:nvPr/>
          </p:nvGrpSpPr>
          <p:grpSpPr>
            <a:xfrm>
              <a:off x="5855832" y="5224204"/>
              <a:ext cx="5442858" cy="1069934"/>
              <a:chOff x="5855832" y="5224204"/>
              <a:chExt cx="5442858" cy="106993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1F0BB5-969A-DEFB-F24E-CD94975AC51F}"/>
                  </a:ext>
                </a:extLst>
              </p:cNvPr>
              <p:cNvSpPr txBox="1"/>
              <p:nvPr/>
            </p:nvSpPr>
            <p:spPr>
              <a:xfrm>
                <a:off x="5855833" y="5224204"/>
                <a:ext cx="54428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TT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AGT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TATAG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TT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GATAT</a:t>
                </a:r>
                <a:r>
                  <a:rPr lang="en-US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GTA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7BD446-6F72-3C09-2D5E-0E0409A6BB19}"/>
                  </a:ext>
                </a:extLst>
              </p:cNvPr>
              <p:cNvSpPr txBox="1"/>
              <p:nvPr/>
            </p:nvSpPr>
            <p:spPr>
              <a:xfrm>
                <a:off x="5855832" y="5832473"/>
                <a:ext cx="54428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AGT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TATAG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GATAT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GTA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27299E-7F74-5809-2173-6E3D6A1E67C0}"/>
                  </a:ext>
                </a:extLst>
              </p:cNvPr>
              <p:cNvSpPr txBox="1"/>
              <p:nvPr/>
            </p:nvSpPr>
            <p:spPr>
              <a:xfrm>
                <a:off x="5885331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9D34B6-59C7-8EC8-FEF5-F2845442F019}"/>
                  </a:ext>
                </a:extLst>
              </p:cNvPr>
              <p:cNvSpPr txBox="1"/>
              <p:nvPr/>
            </p:nvSpPr>
            <p:spPr>
              <a:xfrm>
                <a:off x="6059491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DAA0AB-B408-4B97-5F7F-C153E92AD64C}"/>
                  </a:ext>
                </a:extLst>
              </p:cNvPr>
              <p:cNvSpPr txBox="1"/>
              <p:nvPr/>
            </p:nvSpPr>
            <p:spPr>
              <a:xfrm>
                <a:off x="6735819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|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644705-A1E5-9EC0-F85B-5510D8F997AB}"/>
                  </a:ext>
                </a:extLst>
              </p:cNvPr>
              <p:cNvSpPr txBox="1"/>
              <p:nvPr/>
            </p:nvSpPr>
            <p:spPr>
              <a:xfrm>
                <a:off x="7070116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6BBDC1-B475-AAE3-B309-FED47DAFBDBF}"/>
                  </a:ext>
                </a:extLst>
              </p:cNvPr>
              <p:cNvSpPr txBox="1"/>
              <p:nvPr/>
            </p:nvSpPr>
            <p:spPr>
              <a:xfrm>
                <a:off x="8087759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1E7D04-F3E4-1F7D-1804-B4F85466D764}"/>
                  </a:ext>
                </a:extLst>
              </p:cNvPr>
              <p:cNvSpPr txBox="1"/>
              <p:nvPr/>
            </p:nvSpPr>
            <p:spPr>
              <a:xfrm>
                <a:off x="8240157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BBB427-1033-8A86-9702-420EE051FCD3}"/>
                  </a:ext>
                </a:extLst>
              </p:cNvPr>
              <p:cNvSpPr txBox="1"/>
              <p:nvPr/>
            </p:nvSpPr>
            <p:spPr>
              <a:xfrm>
                <a:off x="8569537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|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92DA5B-9429-7A85-C7DA-656C8897A6DA}"/>
                  </a:ext>
                </a:extLst>
              </p:cNvPr>
              <p:cNvSpPr txBox="1"/>
              <p:nvPr/>
            </p:nvSpPr>
            <p:spPr>
              <a:xfrm>
                <a:off x="9597012" y="5574505"/>
                <a:ext cx="210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A938C8-38F0-112F-B529-962525B2841A}"/>
                </a:ext>
              </a:extLst>
            </p:cNvPr>
            <p:cNvSpPr txBox="1"/>
            <p:nvPr/>
          </p:nvSpPr>
          <p:spPr>
            <a:xfrm>
              <a:off x="10394655" y="2411577"/>
              <a:ext cx="1592103" cy="646331"/>
            </a:xfrm>
            <a:prstGeom prst="rect">
              <a:avLst/>
            </a:prstGeom>
            <a:solidFill>
              <a:srgbClr val="7F7F7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ighlight>
                    <a:srgbClr val="7F7F7F"/>
                  </a:highlight>
                </a:rPr>
                <a:t>Methylated</a:t>
              </a:r>
            </a:p>
            <a:p>
              <a:r>
                <a:rPr lang="en-US" dirty="0">
                  <a:solidFill>
                    <a:schemeClr val="bg1"/>
                  </a:solidFill>
                  <a:highlight>
                    <a:srgbClr val="7F7F7F"/>
                  </a:highlight>
                </a:rPr>
                <a:t>Genomics DNA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F4BB95-9952-C435-48BE-EA0C0E28F1AC}"/>
                </a:ext>
              </a:extLst>
            </p:cNvPr>
            <p:cNvSpPr txBox="1"/>
            <p:nvPr/>
          </p:nvSpPr>
          <p:spPr>
            <a:xfrm>
              <a:off x="10394655" y="3725558"/>
              <a:ext cx="1634807" cy="646331"/>
            </a:xfrm>
            <a:prstGeom prst="rect">
              <a:avLst/>
            </a:prstGeom>
            <a:solidFill>
              <a:srgbClr val="7F7F7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ighlight>
                    <a:srgbClr val="7F7F7F"/>
                  </a:highlight>
                </a:rPr>
                <a:t>Bisulfite </a:t>
              </a:r>
            </a:p>
            <a:p>
              <a:r>
                <a:rPr lang="en-US" dirty="0">
                  <a:solidFill>
                    <a:schemeClr val="bg1"/>
                  </a:solidFill>
                  <a:highlight>
                    <a:srgbClr val="7F7F7F"/>
                  </a:highlight>
                </a:rPr>
                <a:t>Converted DNA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8639463-86A2-C225-026F-0C49C50A0FF5}"/>
                </a:ext>
              </a:extLst>
            </p:cNvPr>
            <p:cNvSpPr txBox="1"/>
            <p:nvPr/>
          </p:nvSpPr>
          <p:spPr>
            <a:xfrm>
              <a:off x="10394655" y="5244501"/>
              <a:ext cx="1339919" cy="369332"/>
            </a:xfrm>
            <a:prstGeom prst="rect">
              <a:avLst/>
            </a:prstGeom>
            <a:solidFill>
              <a:srgbClr val="7F7F7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ighlight>
                    <a:srgbClr val="7F7F7F"/>
                  </a:highlight>
                </a:rPr>
                <a:t>PCR Product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52A741D-C78F-B6B6-F5E6-6ED5ED89B14E}"/>
                </a:ext>
              </a:extLst>
            </p:cNvPr>
            <p:cNvSpPr txBox="1"/>
            <p:nvPr/>
          </p:nvSpPr>
          <p:spPr>
            <a:xfrm>
              <a:off x="10394655" y="5883396"/>
              <a:ext cx="1126783" cy="369332"/>
            </a:xfrm>
            <a:prstGeom prst="rect">
              <a:avLst/>
            </a:prstGeom>
            <a:solidFill>
              <a:srgbClr val="7F7F7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ighlight>
                    <a:srgbClr val="7F7F7F"/>
                  </a:highlight>
                </a:rPr>
                <a:t>Reference</a:t>
              </a:r>
            </a:p>
          </p:txBody>
        </p:sp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6BC749FC-78BA-8D9E-4F37-14DBB8F97991}"/>
                </a:ext>
              </a:extLst>
            </p:cNvPr>
            <p:cNvSpPr/>
            <p:nvPr/>
          </p:nvSpPr>
          <p:spPr>
            <a:xfrm>
              <a:off x="8057539" y="3185652"/>
              <a:ext cx="481778" cy="539906"/>
            </a:xfrm>
            <a:prstGeom prst="downArrow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Down Arrow 37">
              <a:extLst>
                <a:ext uri="{FF2B5EF4-FFF2-40B4-BE49-F238E27FC236}">
                  <a16:creationId xmlns:a16="http://schemas.microsoft.com/office/drawing/2014/main" id="{67D4A82C-57DE-F0F1-08A1-38A595AAF323}"/>
                </a:ext>
              </a:extLst>
            </p:cNvPr>
            <p:cNvSpPr/>
            <p:nvPr/>
          </p:nvSpPr>
          <p:spPr>
            <a:xfrm>
              <a:off x="8057539" y="4556555"/>
              <a:ext cx="481778" cy="539906"/>
            </a:xfrm>
            <a:prstGeom prst="downArrow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D8BB07-F19A-4760-BB24-57A80E466155}"/>
              </a:ext>
            </a:extLst>
          </p:cNvPr>
          <p:cNvSpPr txBox="1">
            <a:spLocks/>
          </p:cNvSpPr>
          <p:nvPr/>
        </p:nvSpPr>
        <p:spPr>
          <a:xfrm>
            <a:off x="0" y="20709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C000"/>
                </a:solidFill>
              </a:rPr>
              <a:t>MEASURING METHYLATION THROUGH INDUCED POINT MUTATIONS</a:t>
            </a:r>
          </a:p>
        </p:txBody>
      </p:sp>
    </p:spTree>
    <p:extLst>
      <p:ext uri="{BB962C8B-B14F-4D97-AF65-F5344CB8AC3E}">
        <p14:creationId xmlns:p14="http://schemas.microsoft.com/office/powerpoint/2010/main" val="251374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F182883-7D27-9E37-CA26-A81690925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963" y="1184529"/>
            <a:ext cx="7021553" cy="51143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25C3BCF-4687-D71D-D1F8-A7B51F635681}"/>
              </a:ext>
            </a:extLst>
          </p:cNvPr>
          <p:cNvSpPr txBox="1"/>
          <p:nvPr/>
        </p:nvSpPr>
        <p:spPr>
          <a:xfrm>
            <a:off x="7000568" y="65524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Hong, </a:t>
            </a:r>
            <a:r>
              <a:rPr lang="en-US" sz="1000" b="0" i="0" dirty="0" err="1">
                <a:effectLst/>
                <a:latin typeface="Arial" panose="020B0604020202020204" pitchFamily="34" charset="0"/>
              </a:rPr>
              <a:t>Sae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 Rom, and </a:t>
            </a:r>
            <a:r>
              <a:rPr lang="en-US" sz="1000" b="0" i="0" dirty="0" err="1">
                <a:effectLst/>
                <a:latin typeface="Arial" panose="020B0604020202020204" pitchFamily="34" charset="0"/>
              </a:rPr>
              <a:t>Kyoung-Jin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 Shin. 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Frontiers in genetics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12 (2021): 618955.</a:t>
            </a:r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A6825-D6CB-835A-2402-EFDEA4A91ACD}"/>
              </a:ext>
            </a:extLst>
          </p:cNvPr>
          <p:cNvSpPr txBox="1">
            <a:spLocks/>
          </p:cNvSpPr>
          <p:nvPr/>
        </p:nvSpPr>
        <p:spPr>
          <a:xfrm>
            <a:off x="0" y="20709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C000"/>
                </a:solidFill>
              </a:rPr>
              <a:t>BISULFITE CONVERSION DEGRADES LIBRARIES</a:t>
            </a:r>
          </a:p>
        </p:txBody>
      </p:sp>
    </p:spTree>
    <p:extLst>
      <p:ext uri="{BB962C8B-B14F-4D97-AF65-F5344CB8AC3E}">
        <p14:creationId xmlns:p14="http://schemas.microsoft.com/office/powerpoint/2010/main" val="3747051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5330-E4BC-733C-2A32-B69C6EE5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5AAC-58D0-E495-4C25-B0B5F82F9392}"/>
              </a:ext>
            </a:extLst>
          </p:cNvPr>
          <p:cNvSpPr txBox="1">
            <a:spLocks/>
          </p:cNvSpPr>
          <p:nvPr/>
        </p:nvSpPr>
        <p:spPr>
          <a:xfrm>
            <a:off x="0" y="167727"/>
            <a:ext cx="8294913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C000"/>
                </a:solidFill>
              </a:rPr>
              <a:t>METHODS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D519F41-D072-57F0-3672-56C676BE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22" y="987525"/>
            <a:ext cx="10589258" cy="54094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978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8DE740-121E-4CC3-08AE-9D0948552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913" y="179001"/>
            <a:ext cx="3165022" cy="7839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9099EE-6AEF-63BA-29A9-D788B312A0E9}"/>
              </a:ext>
            </a:extLst>
          </p:cNvPr>
          <p:cNvSpPr txBox="1"/>
          <p:nvPr/>
        </p:nvSpPr>
        <p:spPr>
          <a:xfrm>
            <a:off x="6093280" y="6492875"/>
            <a:ext cx="609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dirty="0" err="1">
                <a:effectLst/>
                <a:latin typeface="Lato" panose="020F0502020204030203" pitchFamily="34" charset="0"/>
              </a:rPr>
              <a:t>scMethBank</a:t>
            </a:r>
            <a:r>
              <a:rPr lang="en-US" sz="1000" b="1" i="0" dirty="0">
                <a:effectLst/>
                <a:latin typeface="Lato" panose="020F0502020204030203" pitchFamily="34" charset="0"/>
              </a:rPr>
              <a:t>: a database for single-cell whole genome DNA methylation </a:t>
            </a:r>
            <a:r>
              <a:rPr lang="en-US" sz="1000" b="1" i="0" dirty="0" err="1">
                <a:effectLst/>
                <a:latin typeface="Lato" panose="020F0502020204030203" pitchFamily="34" charset="0"/>
              </a:rPr>
              <a:t>maps.</a:t>
            </a:r>
            <a:r>
              <a:rPr lang="en-US" sz="1000" b="0" i="1" dirty="0" err="1">
                <a:effectLst/>
                <a:latin typeface="Lato" panose="020F0502020204030203" pitchFamily="34" charset="0"/>
              </a:rPr>
              <a:t>Nucleic</a:t>
            </a:r>
            <a:r>
              <a:rPr lang="en-US" sz="1000" b="0" i="1" dirty="0">
                <a:effectLst/>
                <a:latin typeface="Lato" panose="020F0502020204030203" pitchFamily="34" charset="0"/>
              </a:rPr>
              <a:t> Acids Res. </a:t>
            </a:r>
            <a:r>
              <a:rPr lang="en-US" sz="1000" b="0" i="0" dirty="0">
                <a:effectLst/>
                <a:latin typeface="Lato" panose="020F0502020204030203" pitchFamily="34" charset="0"/>
              </a:rPr>
              <a:t>2021.</a:t>
            </a:r>
            <a:endParaRPr lang="en-US" sz="1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DD5451-C1EB-0718-D07A-3E3999BDA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535843"/>
              </p:ext>
            </p:extLst>
          </p:nvPr>
        </p:nvGraphicFramePr>
        <p:xfrm>
          <a:off x="726622" y="1030174"/>
          <a:ext cx="10733313" cy="5094835"/>
        </p:xfrm>
        <a:graphic>
          <a:graphicData uri="http://schemas.openxmlformats.org/drawingml/2006/table">
            <a:tbl>
              <a:tblPr firstRow="1" bandRow="1">
                <a:noFill/>
                <a:tableStyleId>{ED083AE6-46FA-4A59-8FB0-9F97EB10719F}</a:tableStyleId>
              </a:tblPr>
              <a:tblGrid>
                <a:gridCol w="1090813">
                  <a:extLst>
                    <a:ext uri="{9D8B030D-6E8A-4147-A177-3AD203B41FA5}">
                      <a16:colId xmlns:a16="http://schemas.microsoft.com/office/drawing/2014/main" val="1419018383"/>
                    </a:ext>
                  </a:extLst>
                </a:gridCol>
                <a:gridCol w="2132773">
                  <a:extLst>
                    <a:ext uri="{9D8B030D-6E8A-4147-A177-3AD203B41FA5}">
                      <a16:colId xmlns:a16="http://schemas.microsoft.com/office/drawing/2014/main" val="1238649576"/>
                    </a:ext>
                  </a:extLst>
                </a:gridCol>
                <a:gridCol w="829056">
                  <a:extLst>
                    <a:ext uri="{9D8B030D-6E8A-4147-A177-3AD203B41FA5}">
                      <a16:colId xmlns:a16="http://schemas.microsoft.com/office/drawing/2014/main" val="3548902313"/>
                    </a:ext>
                  </a:extLst>
                </a:gridCol>
                <a:gridCol w="1231392">
                  <a:extLst>
                    <a:ext uri="{9D8B030D-6E8A-4147-A177-3AD203B41FA5}">
                      <a16:colId xmlns:a16="http://schemas.microsoft.com/office/drawing/2014/main" val="2554845890"/>
                    </a:ext>
                  </a:extLst>
                </a:gridCol>
                <a:gridCol w="1109472">
                  <a:extLst>
                    <a:ext uri="{9D8B030D-6E8A-4147-A177-3AD203B41FA5}">
                      <a16:colId xmlns:a16="http://schemas.microsoft.com/office/drawing/2014/main" val="4001241362"/>
                    </a:ext>
                  </a:extLst>
                </a:gridCol>
                <a:gridCol w="4339807">
                  <a:extLst>
                    <a:ext uri="{9D8B030D-6E8A-4147-A177-3AD203B41FA5}">
                      <a16:colId xmlns:a16="http://schemas.microsoft.com/office/drawing/2014/main" val="35594937"/>
                    </a:ext>
                  </a:extLst>
                </a:gridCol>
              </a:tblGrid>
              <a:tr h="8021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PMID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Sample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Journal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Strategy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Cell Count 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117741915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25042786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Oocytes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Nat Methods.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scBS</a:t>
                      </a:r>
                      <a:r>
                        <a:rPr 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53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1878801021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26549683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Oocytes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Mol Cell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scBS</a:t>
                      </a:r>
                      <a:r>
                        <a:rPr 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27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1176227609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27696608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Oocytes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2016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Science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scPBAT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6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961088900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26752769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Embryonic cells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2016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>
                          <a:solidFill>
                            <a:schemeClr val="tx1"/>
                          </a:solidFill>
                          <a:effectLst/>
                        </a:rPr>
                        <a:t>Genes Cells.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scM&amp;T-seq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96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3709701009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29255258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Embryonic cells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scPBAT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6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506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3942791268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28798132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and Mouse Cortex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Science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snmC</a:t>
                      </a:r>
                      <a:r>
                        <a:rPr 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4,552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82258752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30078558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</a:t>
                      </a:r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Hematopoetic</a:t>
                      </a: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Cells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Stem Cell Reports.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scPBAL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219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136332277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 dirty="0">
                          <a:solidFill>
                            <a:schemeClr val="tx1"/>
                          </a:solidFill>
                          <a:effectLst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30031774</a:t>
                      </a:r>
                      <a:endParaRPr lang="en-US" sz="10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Embryonic cells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Cell Syst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scBS</a:t>
                      </a:r>
                      <a:r>
                        <a:rPr 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334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3705450616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29915357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Embryonic cells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Nat Cell Biol.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scCOOL</a:t>
                      </a: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rgbClr val="9AF8A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285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289785801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30498128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Human Colorectal Cancer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Nat Genet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scTrioSeq2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rgbClr val="7BC1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581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247313402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 dirty="0">
                          <a:solidFill>
                            <a:schemeClr val="tx1"/>
                          </a:solidFill>
                          <a:effectLst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29644997</a:t>
                      </a:r>
                      <a:endParaRPr lang="en-US" sz="10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Cell Lines, Human and Mouse Cortex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Nat. Biotechnology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sciMET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3,282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130566933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 dirty="0">
                          <a:solidFill>
                            <a:schemeClr val="tx1"/>
                          </a:solidFill>
                          <a:effectLst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30560925</a:t>
                      </a:r>
                      <a:endParaRPr lang="en-US" sz="10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Oocytes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Cell Res.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iscCOOL</a:t>
                      </a:r>
                      <a:r>
                        <a:rPr 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rgbClr val="9AF8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766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2287149192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>
                          <a:solidFill>
                            <a:schemeClr val="tx1"/>
                          </a:solidFill>
                          <a:effectLst/>
                          <a:hlinkClick r:id="rId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31554804</a:t>
                      </a:r>
                      <a:endParaRPr lang="en-US" sz="1000" b="0" i="0" u="sng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Muscle Stem Cells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>
                          <a:solidFill>
                            <a:schemeClr val="tx1"/>
                          </a:solidFill>
                          <a:effectLst/>
                        </a:rPr>
                        <a:t>Nat Commun.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scBS</a:t>
                      </a: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>
                    <a:solidFill>
                      <a:schemeClr val="accent5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260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2618741601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Oocytes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scM&amp;T-seq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24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3728930825"/>
                  </a:ext>
                </a:extLst>
              </a:tr>
              <a:tr h="2361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 dirty="0">
                          <a:solidFill>
                            <a:schemeClr val="tx1"/>
                          </a:solidFill>
                          <a:effectLst/>
                          <a:hlinkClick r:id="rId1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31847873</a:t>
                      </a:r>
                      <a:endParaRPr lang="en-US" sz="10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Oocytes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Genome Med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scBS</a:t>
                      </a: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641051120"/>
                  </a:ext>
                </a:extLst>
              </a:tr>
              <a:tr h="2050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sng" strike="noStrike" dirty="0">
                          <a:solidFill>
                            <a:schemeClr val="tx1"/>
                          </a:solidFill>
                          <a:effectLst/>
                          <a:hlinkClick r:id="rId1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34616061</a:t>
                      </a:r>
                      <a:endParaRPr lang="en-US" sz="10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Mouse cortex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2021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Nature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snmC</a:t>
                      </a: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-seq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103,982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1382821973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36494343</a:t>
                      </a:r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0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Human Cortex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Nature Commun.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sciMETv2</a:t>
                      </a:r>
                    </a:p>
                  </a:txBody>
                  <a:tcPr marL="6424" marR="6424" marT="6424" marB="0" anchor="b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2,546</a:t>
                      </a: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2738189037"/>
                  </a:ext>
                </a:extLst>
              </a:tr>
              <a:tr h="20503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39719707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Human Cortex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Cell Genomics</a:t>
                      </a:r>
                    </a:p>
                  </a:txBody>
                  <a:tcPr marL="6424" marR="6424" marT="64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sciMETv3</a:t>
                      </a:r>
                    </a:p>
                  </a:txBody>
                  <a:tcPr marL="6424" marR="6424" marT="6424" marB="0" anchor="b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&gt;140,000</a:t>
                      </a:r>
                    </a:p>
                  </a:txBody>
                  <a:tcPr marL="6424" marR="6424" marT="6424" marB="0" anchor="b"/>
                </a:tc>
                <a:extLst>
                  <a:ext uri="{0D108BD9-81ED-4DB2-BD59-A6C34878D82A}">
                    <a16:rowId xmlns:a16="http://schemas.microsoft.com/office/drawing/2014/main" val="317386474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236573C-9F4D-3615-E846-9433B93B4330}"/>
              </a:ext>
            </a:extLst>
          </p:cNvPr>
          <p:cNvSpPr txBox="1">
            <a:spLocks/>
          </p:cNvSpPr>
          <p:nvPr/>
        </p:nvSpPr>
        <p:spPr>
          <a:xfrm>
            <a:off x="137479" y="179001"/>
            <a:ext cx="8294913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C000"/>
                </a:solidFill>
              </a:rPr>
              <a:t>STUDIES TO DATE</a:t>
            </a:r>
          </a:p>
        </p:txBody>
      </p:sp>
    </p:spTree>
    <p:extLst>
      <p:ext uri="{BB962C8B-B14F-4D97-AF65-F5344CB8AC3E}">
        <p14:creationId xmlns:p14="http://schemas.microsoft.com/office/powerpoint/2010/main" val="4248777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2FC9AD-5031-5FCC-B201-8FB76D247A9B}"/>
              </a:ext>
            </a:extLst>
          </p:cNvPr>
          <p:cNvGrpSpPr/>
          <p:nvPr/>
        </p:nvGrpSpPr>
        <p:grpSpPr>
          <a:xfrm>
            <a:off x="0" y="1608509"/>
            <a:ext cx="4103564" cy="3205537"/>
            <a:chOff x="237668" y="1643714"/>
            <a:chExt cx="5590564" cy="436712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E56EEF-792A-C2CC-E222-DACEED9AA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668" y="2466662"/>
              <a:ext cx="5590564" cy="35441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42733F-3899-72CB-1CE0-664CDE82F421}"/>
                </a:ext>
              </a:extLst>
            </p:cNvPr>
            <p:cNvSpPr txBox="1"/>
            <p:nvPr/>
          </p:nvSpPr>
          <p:spPr>
            <a:xfrm>
              <a:off x="316463" y="1643714"/>
              <a:ext cx="2674380" cy="880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 years ago</a:t>
              </a:r>
            </a:p>
            <a:p>
              <a:r>
                <a:rPr lang="en-US" dirty="0"/>
                <a:t>12 </a:t>
              </a:r>
              <a:r>
                <a:rPr lang="en-US" dirty="0" err="1"/>
                <a:t>scMET</a:t>
              </a:r>
              <a:r>
                <a:rPr lang="en-US" dirty="0"/>
                <a:t> libraries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A5441B-152A-3425-0F03-A60E2D9AB883}"/>
              </a:ext>
            </a:extLst>
          </p:cNvPr>
          <p:cNvGrpSpPr/>
          <p:nvPr/>
        </p:nvGrpSpPr>
        <p:grpSpPr>
          <a:xfrm>
            <a:off x="4199708" y="1240623"/>
            <a:ext cx="4318991" cy="3586870"/>
            <a:chOff x="3541304" y="1124198"/>
            <a:chExt cx="5884053" cy="4886637"/>
          </a:xfrm>
        </p:grpSpPr>
        <p:pic>
          <p:nvPicPr>
            <p:cNvPr id="10242" name="Picture 2" descr="Fig. 4">
              <a:extLst>
                <a:ext uri="{FF2B5EF4-FFF2-40B4-BE49-F238E27FC236}">
                  <a16:creationId xmlns:a16="http://schemas.microsoft.com/office/drawing/2014/main" id="{9B2756FC-4066-C0E0-8415-8CF1FDAC74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596" b="50000"/>
            <a:stretch>
              <a:fillRect/>
            </a:stretch>
          </p:blipFill>
          <p:spPr bwMode="auto">
            <a:xfrm>
              <a:off x="3630912" y="2076202"/>
              <a:ext cx="5794445" cy="3934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700956-FCF8-FCAE-77DC-7A6D77E569B1}"/>
                </a:ext>
              </a:extLst>
            </p:cNvPr>
            <p:cNvSpPr txBox="1"/>
            <p:nvPr/>
          </p:nvSpPr>
          <p:spPr>
            <a:xfrm>
              <a:off x="3541304" y="1124198"/>
              <a:ext cx="16544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2022 sciMETv2</a:t>
              </a:r>
            </a:p>
            <a:p>
              <a:r>
                <a:rPr lang="en-US" dirty="0"/>
                <a:t>2,546 cells</a:t>
              </a: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64B26052-3619-6C38-28F9-B38FDDA0BD5C}"/>
              </a:ext>
            </a:extLst>
          </p:cNvPr>
          <p:cNvSpPr txBox="1">
            <a:spLocks/>
          </p:cNvSpPr>
          <p:nvPr/>
        </p:nvSpPr>
        <p:spPr>
          <a:xfrm>
            <a:off x="0" y="207090"/>
            <a:ext cx="8294913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C000"/>
                </a:solidFill>
              </a:rPr>
              <a:t>HISTORY OF THROUGHPUT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BD01B68F-351F-FF01-89D3-A43B1D13E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80" t="22443" b="65849"/>
          <a:stretch>
            <a:fillRect/>
          </a:stretch>
        </p:blipFill>
        <p:spPr bwMode="auto">
          <a:xfrm>
            <a:off x="8680617" y="4919908"/>
            <a:ext cx="3169983" cy="100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EFD27F-46C6-F542-A0AF-80970E2B824F}"/>
              </a:ext>
            </a:extLst>
          </p:cNvPr>
          <p:cNvSpPr txBox="1"/>
          <p:nvPr/>
        </p:nvSpPr>
        <p:spPr>
          <a:xfrm>
            <a:off x="8680618" y="1194603"/>
            <a:ext cx="1654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 sciMETv3</a:t>
            </a:r>
          </a:p>
          <a:p>
            <a:r>
              <a:rPr lang="en-US" dirty="0"/>
              <a:t>147,901 cells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F39908-2E66-70FF-2B8E-C19970C48830}"/>
              </a:ext>
            </a:extLst>
          </p:cNvPr>
          <p:cNvGrpSpPr/>
          <p:nvPr/>
        </p:nvGrpSpPr>
        <p:grpSpPr>
          <a:xfrm>
            <a:off x="8680618" y="1939409"/>
            <a:ext cx="3160862" cy="2882024"/>
            <a:chOff x="8680618" y="1939409"/>
            <a:chExt cx="3160862" cy="2882024"/>
          </a:xfrm>
        </p:grpSpPr>
        <p:pic>
          <p:nvPicPr>
            <p:cNvPr id="10244" name="Picture 4">
              <a:extLst>
                <a:ext uri="{FF2B5EF4-FFF2-40B4-BE49-F238E27FC236}">
                  <a16:creationId xmlns:a16="http://schemas.microsoft.com/office/drawing/2014/main" id="{83486132-073A-482E-87FB-91E9105043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662" r="61374" b="56305"/>
            <a:stretch>
              <a:fillRect/>
            </a:stretch>
          </p:blipFill>
          <p:spPr bwMode="auto">
            <a:xfrm>
              <a:off x="8680618" y="1939409"/>
              <a:ext cx="3160862" cy="28820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3DBEEA-C252-26DE-C042-1045467871DF}"/>
                </a:ext>
              </a:extLst>
            </p:cNvPr>
            <p:cNvSpPr/>
            <p:nvPr/>
          </p:nvSpPr>
          <p:spPr>
            <a:xfrm>
              <a:off x="11201400" y="1939409"/>
              <a:ext cx="640080" cy="7580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5A0D1BB-C900-7A10-ECED-448BC98DEAD1}"/>
                </a:ext>
              </a:extLst>
            </p:cNvPr>
            <p:cNvSpPr/>
            <p:nvPr/>
          </p:nvSpPr>
          <p:spPr>
            <a:xfrm>
              <a:off x="11210520" y="3380421"/>
              <a:ext cx="630960" cy="1433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985AEA-69E6-B12C-B04D-AB03C9A22583}"/>
              </a:ext>
            </a:extLst>
          </p:cNvPr>
          <p:cNvSpPr txBox="1"/>
          <p:nvPr/>
        </p:nvSpPr>
        <p:spPr>
          <a:xfrm>
            <a:off x="9929842" y="5934670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Smallwood et al. 2014</a:t>
            </a:r>
          </a:p>
          <a:p>
            <a:r>
              <a:rPr lang="en-US" dirty="0"/>
              <a:t>Nichols et al. 2022</a:t>
            </a:r>
          </a:p>
          <a:p>
            <a:r>
              <a:rPr lang="en-US" dirty="0"/>
              <a:t>Nichols et al. 2024</a:t>
            </a:r>
          </a:p>
        </p:txBody>
      </p:sp>
    </p:spTree>
    <p:extLst>
      <p:ext uri="{BB962C8B-B14F-4D97-AF65-F5344CB8AC3E}">
        <p14:creationId xmlns:p14="http://schemas.microsoft.com/office/powerpoint/2010/main" val="757318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26F62DF-C5AD-565B-F2D3-11EFDFAABB2E}"/>
              </a:ext>
            </a:extLst>
          </p:cNvPr>
          <p:cNvSpPr txBox="1"/>
          <p:nvPr/>
        </p:nvSpPr>
        <p:spPr>
          <a:xfrm rot="16200000">
            <a:off x="-1622605" y="2989134"/>
            <a:ext cx="396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BASED ASSAYS</a:t>
            </a:r>
          </a:p>
        </p:txBody>
      </p:sp>
    </p:spTree>
    <p:extLst>
      <p:ext uri="{BB962C8B-B14F-4D97-AF65-F5344CB8AC3E}">
        <p14:creationId xmlns:p14="http://schemas.microsoft.com/office/powerpoint/2010/main" val="1000712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BE3BD-0E96-CAE2-1EB2-8C09DF73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D977588-6C7B-7F1F-2292-F73D00567458}"/>
              </a:ext>
            </a:extLst>
          </p:cNvPr>
          <p:cNvSpPr txBox="1"/>
          <p:nvPr/>
        </p:nvSpPr>
        <p:spPr>
          <a:xfrm rot="16200000">
            <a:off x="-1622605" y="2989134"/>
            <a:ext cx="396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BASED ASSAYS</a:t>
            </a:r>
          </a:p>
        </p:txBody>
      </p:sp>
      <p:pic>
        <p:nvPicPr>
          <p:cNvPr id="27" name="Picture 2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4079D0C-DDCC-4D13-27E1-D93A5DF359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75769"/>
          <a:stretch>
            <a:fillRect/>
          </a:stretch>
        </p:blipFill>
        <p:spPr>
          <a:xfrm>
            <a:off x="-40211" y="2394284"/>
            <a:ext cx="12281987" cy="2069431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11266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42BF-21B0-9971-31DD-3506AABA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A41D242-A2AB-8BA9-E1A9-00869F039FEA}"/>
              </a:ext>
            </a:extLst>
          </p:cNvPr>
          <p:cNvSpPr txBox="1"/>
          <p:nvPr/>
        </p:nvSpPr>
        <p:spPr>
          <a:xfrm rot="16200000">
            <a:off x="-1622605" y="2989134"/>
            <a:ext cx="396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BASED ASSAYS</a:t>
            </a:r>
          </a:p>
        </p:txBody>
      </p:sp>
      <p:pic>
        <p:nvPicPr>
          <p:cNvPr id="26" name="Picture 2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99F5A91-7380-469C-FA76-33EB7398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57" b="50112"/>
          <a:stretch>
            <a:fillRect/>
          </a:stretch>
        </p:blipFill>
        <p:spPr>
          <a:xfrm>
            <a:off x="0" y="2197282"/>
            <a:ext cx="12139166" cy="2045368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0000"/>
            </a:solidFill>
          </a:ln>
        </p:spPr>
      </p:pic>
      <p:pic>
        <p:nvPicPr>
          <p:cNvPr id="27" name="Picture 2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D2F6E0-638D-166D-9E6A-BF22D7D900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" b="75769"/>
          <a:stretch>
            <a:fillRect/>
          </a:stretch>
        </p:blipFill>
        <p:spPr>
          <a:xfrm>
            <a:off x="1155450" y="0"/>
            <a:ext cx="9881100" cy="166489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63F675-0942-ACE8-EDC9-8E3F725818BD}"/>
              </a:ext>
            </a:extLst>
          </p:cNvPr>
          <p:cNvSpPr txBox="1"/>
          <p:nvPr/>
        </p:nvSpPr>
        <p:spPr>
          <a:xfrm>
            <a:off x="4642989" y="4590368"/>
            <a:ext cx="285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Features are genome bins instead of genes</a:t>
            </a:r>
          </a:p>
        </p:txBody>
      </p:sp>
    </p:spTree>
    <p:extLst>
      <p:ext uri="{BB962C8B-B14F-4D97-AF65-F5344CB8AC3E}">
        <p14:creationId xmlns:p14="http://schemas.microsoft.com/office/powerpoint/2010/main" val="1517259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5F7D-97EE-EDC2-5360-5833461C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03C7C97-541E-BF20-A83E-46285E8B1087}"/>
              </a:ext>
            </a:extLst>
          </p:cNvPr>
          <p:cNvSpPr txBox="1"/>
          <p:nvPr/>
        </p:nvSpPr>
        <p:spPr>
          <a:xfrm rot="16200000">
            <a:off x="-1622605" y="2989134"/>
            <a:ext cx="396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BASED ASSAYS</a:t>
            </a:r>
          </a:p>
        </p:txBody>
      </p:sp>
      <p:pic>
        <p:nvPicPr>
          <p:cNvPr id="26" name="Picture 2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AAAE7FC-7025-E915-BA80-54332694FF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657" b="50112"/>
          <a:stretch>
            <a:fillRect/>
          </a:stretch>
        </p:blipFill>
        <p:spPr>
          <a:xfrm>
            <a:off x="1155450" y="1709122"/>
            <a:ext cx="9881100" cy="166489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7" name="Picture 2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A1E2F2-18B3-66D5-604A-616C9C79CB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" b="75769"/>
          <a:stretch>
            <a:fillRect/>
          </a:stretch>
        </p:blipFill>
        <p:spPr>
          <a:xfrm>
            <a:off x="1155450" y="0"/>
            <a:ext cx="9881100" cy="166489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5" name="Picture 2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34C5EC3-9BBC-509B-44BF-BC2E5D8D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38" b="23667"/>
          <a:stretch>
            <a:fillRect/>
          </a:stretch>
        </p:blipFill>
        <p:spPr>
          <a:xfrm>
            <a:off x="-29746" y="2150242"/>
            <a:ext cx="12211002" cy="2139447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00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1650E7-EFBC-5793-0BB6-3D3AF5E4764E}"/>
              </a:ext>
            </a:extLst>
          </p:cNvPr>
          <p:cNvSpPr txBox="1"/>
          <p:nvPr/>
        </p:nvSpPr>
        <p:spPr>
          <a:xfrm>
            <a:off x="1430055" y="4590368"/>
            <a:ext cx="3490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Read 1 and Read 2 of Paired end are aligned separately giving a 2D genome bin</a:t>
            </a:r>
          </a:p>
        </p:txBody>
      </p:sp>
    </p:spTree>
    <p:extLst>
      <p:ext uri="{BB962C8B-B14F-4D97-AF65-F5344CB8AC3E}">
        <p14:creationId xmlns:p14="http://schemas.microsoft.com/office/powerpoint/2010/main" val="2007552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CA22-E78F-B790-DEBF-D9A2BD05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C5B8CC7-B60F-F60D-B2B8-4E84315ABBE1}"/>
              </a:ext>
            </a:extLst>
          </p:cNvPr>
          <p:cNvSpPr txBox="1"/>
          <p:nvPr/>
        </p:nvSpPr>
        <p:spPr>
          <a:xfrm rot="16200000">
            <a:off x="-1622605" y="2989134"/>
            <a:ext cx="396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BASED ASSAYS</a:t>
            </a:r>
          </a:p>
        </p:txBody>
      </p:sp>
      <p:pic>
        <p:nvPicPr>
          <p:cNvPr id="25" name="Picture 2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E7C7BF6-C454-AFE0-EC16-E75C105628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1138" b="23667"/>
          <a:stretch>
            <a:fillRect/>
          </a:stretch>
        </p:blipFill>
        <p:spPr>
          <a:xfrm>
            <a:off x="1155450" y="3418245"/>
            <a:ext cx="9881100" cy="173123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6" name="Picture 2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FE884B7-347F-D5DB-60F3-A50444EDAE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657" b="50112"/>
          <a:stretch>
            <a:fillRect/>
          </a:stretch>
        </p:blipFill>
        <p:spPr>
          <a:xfrm>
            <a:off x="1155450" y="1709122"/>
            <a:ext cx="9881100" cy="166489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7" name="Picture 2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423D10E-E4BF-E81C-5C61-02A52A6E7B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" b="75769"/>
          <a:stretch>
            <a:fillRect/>
          </a:stretch>
        </p:blipFill>
        <p:spPr>
          <a:xfrm>
            <a:off x="1155450" y="0"/>
            <a:ext cx="9881100" cy="166489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235FC98-4ADA-AE02-FAAB-F1588E378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586"/>
          <a:stretch>
            <a:fillRect/>
          </a:stretch>
        </p:blipFill>
        <p:spPr>
          <a:xfrm>
            <a:off x="126622" y="2284899"/>
            <a:ext cx="11998537" cy="1870133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00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276048-FE28-D38A-81CE-CA72D1804933}"/>
              </a:ext>
            </a:extLst>
          </p:cNvPr>
          <p:cNvSpPr txBox="1"/>
          <p:nvPr/>
        </p:nvSpPr>
        <p:spPr>
          <a:xfrm>
            <a:off x="4967339" y="5661178"/>
            <a:ext cx="3214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Features of read pileups (Open regions)</a:t>
            </a:r>
          </a:p>
        </p:txBody>
      </p:sp>
    </p:spTree>
    <p:extLst>
      <p:ext uri="{BB962C8B-B14F-4D97-AF65-F5344CB8AC3E}">
        <p14:creationId xmlns:p14="http://schemas.microsoft.com/office/powerpoint/2010/main" val="672130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B58EF-C682-FD6C-0090-878F4527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E78180B-A5CD-3CE3-7602-9432B0115F0D}"/>
              </a:ext>
            </a:extLst>
          </p:cNvPr>
          <p:cNvSpPr txBox="1"/>
          <p:nvPr/>
        </p:nvSpPr>
        <p:spPr>
          <a:xfrm rot="16200000">
            <a:off x="-1622605" y="2989134"/>
            <a:ext cx="396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BASED ASSAYS</a:t>
            </a:r>
          </a:p>
        </p:txBody>
      </p:sp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AE81450-F44F-C15E-4053-3BAB40122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586"/>
          <a:stretch>
            <a:fillRect/>
          </a:stretch>
        </p:blipFill>
        <p:spPr>
          <a:xfrm>
            <a:off x="1155450" y="5193701"/>
            <a:ext cx="9881100" cy="154010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5" name="Picture 2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5C97EE1-4DB7-A444-46C9-D7C7251B7A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51138" b="23667"/>
          <a:stretch>
            <a:fillRect/>
          </a:stretch>
        </p:blipFill>
        <p:spPr>
          <a:xfrm>
            <a:off x="1155450" y="3418245"/>
            <a:ext cx="9881100" cy="173123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6" name="Picture 2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D2FF66A-373F-B85A-D8EC-88B1A5D8B2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5657" b="50112"/>
          <a:stretch>
            <a:fillRect/>
          </a:stretch>
        </p:blipFill>
        <p:spPr>
          <a:xfrm>
            <a:off x="1155450" y="1709122"/>
            <a:ext cx="9881100" cy="166489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27" name="Picture 2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40FE853-01C4-3D20-D26D-3855E9E4BD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" b="75769"/>
          <a:stretch>
            <a:fillRect/>
          </a:stretch>
        </p:blipFill>
        <p:spPr>
          <a:xfrm>
            <a:off x="1155450" y="0"/>
            <a:ext cx="9881100" cy="166489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481000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34;p75">
            <a:extLst>
              <a:ext uri="{FF2B5EF4-FFF2-40B4-BE49-F238E27FC236}">
                <a16:creationId xmlns:a16="http://schemas.microsoft.com/office/drawing/2014/main" id="{79A5A85F-D0A2-4D87-49CD-BBCD08712C4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0087" r="15356" b="85810"/>
          <a:stretch/>
        </p:blipFill>
        <p:spPr>
          <a:xfrm>
            <a:off x="349624" y="1263764"/>
            <a:ext cx="3502125" cy="157826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</p:pic>
      <p:pic>
        <p:nvPicPr>
          <p:cNvPr id="5" name="Google Shape;1335;p75">
            <a:extLst>
              <a:ext uri="{FF2B5EF4-FFF2-40B4-BE49-F238E27FC236}">
                <a16:creationId xmlns:a16="http://schemas.microsoft.com/office/drawing/2014/main" id="{81FD0DBC-9250-7CEF-A573-05D63805C7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1886" t="30356" r="12448" b="50942"/>
          <a:stretch/>
        </p:blipFill>
        <p:spPr>
          <a:xfrm>
            <a:off x="4081623" y="2166305"/>
            <a:ext cx="3368048" cy="196050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</p:pic>
      <p:sp>
        <p:nvSpPr>
          <p:cNvPr id="9" name="Google Shape;1339;p75">
            <a:extLst>
              <a:ext uri="{FF2B5EF4-FFF2-40B4-BE49-F238E27FC236}">
                <a16:creationId xmlns:a16="http://schemas.microsoft.com/office/drawing/2014/main" id="{C997D0B4-EB04-EE1B-1FA3-E00B9E109814}"/>
              </a:ext>
            </a:extLst>
          </p:cNvPr>
          <p:cNvSpPr txBox="1"/>
          <p:nvPr/>
        </p:nvSpPr>
        <p:spPr>
          <a:xfrm>
            <a:off x="349624" y="930312"/>
            <a:ext cx="3748631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assign bisulfite converted reads to cells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40;p75">
            <a:extLst>
              <a:ext uri="{FF2B5EF4-FFF2-40B4-BE49-F238E27FC236}">
                <a16:creationId xmlns:a16="http://schemas.microsoft.com/office/drawing/2014/main" id="{20B61042-24AF-4691-14E2-FEAEDB7EC645}"/>
              </a:ext>
            </a:extLst>
          </p:cNvPr>
          <p:cNvSpPr txBox="1"/>
          <p:nvPr/>
        </p:nvSpPr>
        <p:spPr>
          <a:xfrm>
            <a:off x="4192430" y="1822342"/>
            <a:ext cx="3124881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identify methylated cytosines per cell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7468F2-9E75-03DD-8C05-ED985F6B517E}"/>
              </a:ext>
            </a:extLst>
          </p:cNvPr>
          <p:cNvSpPr txBox="1">
            <a:spLocks/>
          </p:cNvSpPr>
          <p:nvPr/>
        </p:nvSpPr>
        <p:spPr>
          <a:xfrm>
            <a:off x="-20820" y="63831"/>
            <a:ext cx="12212820" cy="65667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METHYLATION</a:t>
            </a:r>
          </a:p>
          <a:p>
            <a:r>
              <a:rPr lang="en-US" dirty="0">
                <a:solidFill>
                  <a:srgbClr val="FFC000"/>
                </a:solidFill>
              </a:rPr>
              <a:t>ALIGNMENT ▶︎ FEATURE SUMMARY ▶︎ CELL X FEATURE MATRIX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36DA50-06C5-6B0F-927A-6E6E949D3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196" y="4351337"/>
            <a:ext cx="1181100" cy="16129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sp>
        <p:nvSpPr>
          <p:cNvPr id="15" name="Google Shape;1340;p75">
            <a:extLst>
              <a:ext uri="{FF2B5EF4-FFF2-40B4-BE49-F238E27FC236}">
                <a16:creationId xmlns:a16="http://schemas.microsoft.com/office/drawing/2014/main" id="{551B478F-3618-EC68-5AF8-90E3E7F32789}"/>
              </a:ext>
            </a:extLst>
          </p:cNvPr>
          <p:cNvSpPr txBox="1"/>
          <p:nvPr/>
        </p:nvSpPr>
        <p:spPr>
          <a:xfrm>
            <a:off x="7449671" y="3901447"/>
            <a:ext cx="3895853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" sz="1400" dirty="0" err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onvert</a:t>
            </a: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cell data into a cell by feature matrix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9200FA-3F69-F663-FFED-B900EBCEB08C}"/>
              </a:ext>
            </a:extLst>
          </p:cNvPr>
          <p:cNvGrpSpPr/>
          <p:nvPr/>
        </p:nvGrpSpPr>
        <p:grpSpPr>
          <a:xfrm>
            <a:off x="2518717" y="3114642"/>
            <a:ext cx="1049216" cy="808882"/>
            <a:chOff x="1616328" y="3114642"/>
            <a:chExt cx="1049216" cy="808882"/>
          </a:xfrm>
          <a:solidFill>
            <a:srgbClr val="FFC000"/>
          </a:solidFill>
        </p:grpSpPr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33338B61-4D4C-B5A1-F588-210BC0EAF340}"/>
                </a:ext>
              </a:extLst>
            </p:cNvPr>
            <p:cNvSpPr/>
            <p:nvPr/>
          </p:nvSpPr>
          <p:spPr>
            <a:xfrm>
              <a:off x="1952721" y="3225715"/>
              <a:ext cx="712823" cy="697809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B4659E-80BD-EFF8-AA65-3004FB13C13D}"/>
                </a:ext>
              </a:extLst>
            </p:cNvPr>
            <p:cNvSpPr/>
            <p:nvPr/>
          </p:nvSpPr>
          <p:spPr>
            <a:xfrm>
              <a:off x="1616328" y="3114642"/>
              <a:ext cx="336393" cy="6287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F8F28C-ED9B-EE6F-14D9-1C5FCC2BA268}"/>
              </a:ext>
            </a:extLst>
          </p:cNvPr>
          <p:cNvGrpSpPr/>
          <p:nvPr/>
        </p:nvGrpSpPr>
        <p:grpSpPr>
          <a:xfrm>
            <a:off x="4997458" y="4449778"/>
            <a:ext cx="1049216" cy="808882"/>
            <a:chOff x="1616328" y="3114642"/>
            <a:chExt cx="1049216" cy="808882"/>
          </a:xfrm>
          <a:solidFill>
            <a:srgbClr val="FFC000"/>
          </a:solidFill>
        </p:grpSpPr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B7780BB9-DFC8-5F6D-84CA-64B7E3F8008A}"/>
                </a:ext>
              </a:extLst>
            </p:cNvPr>
            <p:cNvSpPr/>
            <p:nvPr/>
          </p:nvSpPr>
          <p:spPr>
            <a:xfrm>
              <a:off x="1952721" y="3225715"/>
              <a:ext cx="712823" cy="697809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42805B-4419-C5F9-D891-C517CEC92441}"/>
                </a:ext>
              </a:extLst>
            </p:cNvPr>
            <p:cNvSpPr/>
            <p:nvPr/>
          </p:nvSpPr>
          <p:spPr>
            <a:xfrm>
              <a:off x="1616328" y="3114642"/>
              <a:ext cx="336393" cy="6287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ight Arrow 26">
            <a:extLst>
              <a:ext uri="{FF2B5EF4-FFF2-40B4-BE49-F238E27FC236}">
                <a16:creationId xmlns:a16="http://schemas.microsoft.com/office/drawing/2014/main" id="{D06EDFBF-0E7E-3105-38C0-92F2CD065D71}"/>
              </a:ext>
            </a:extLst>
          </p:cNvPr>
          <p:cNvSpPr/>
          <p:nvPr/>
        </p:nvSpPr>
        <p:spPr>
          <a:xfrm>
            <a:off x="8231536" y="4560851"/>
            <a:ext cx="712823" cy="69780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E0E3F8D-1023-5D3C-923B-EA476DDA7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034" y="4275137"/>
            <a:ext cx="1397000" cy="16891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236D13-4B9D-2447-F803-A2BC7E362B30}"/>
              </a:ext>
            </a:extLst>
          </p:cNvPr>
          <p:cNvSpPr txBox="1"/>
          <p:nvPr/>
        </p:nvSpPr>
        <p:spPr>
          <a:xfrm>
            <a:off x="7317311" y="6394059"/>
            <a:ext cx="50897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Krueger, Felix, and Simon R. Andrews. </a:t>
            </a:r>
            <a:r>
              <a:rPr lang="en-US" sz="1000" i="1" dirty="0">
                <a:latin typeface="Arial" panose="020B0604020202020204" pitchFamily="34" charset="0"/>
              </a:rPr>
              <a:t>B</a:t>
            </a:r>
            <a:r>
              <a:rPr lang="en-US" sz="1000" b="0" i="1" dirty="0">
                <a:effectLst/>
                <a:latin typeface="Arial" panose="020B0604020202020204" pitchFamily="34" charset="0"/>
              </a:rPr>
              <a:t>ioinformatics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27.11 (2011): 1571-1572.</a:t>
            </a:r>
          </a:p>
          <a:p>
            <a:r>
              <a:rPr lang="en-US" sz="1000" b="0" i="0" dirty="0">
                <a:effectLst/>
                <a:latin typeface="Arial" panose="020B0604020202020204" pitchFamily="34" charset="0"/>
              </a:rPr>
              <a:t>Kremer, Lukas PM, et al. </a:t>
            </a:r>
            <a:r>
              <a:rPr lang="en-US" sz="1000" b="0" i="1" dirty="0" err="1">
                <a:effectLst/>
                <a:latin typeface="Arial" panose="020B0604020202020204" pitchFamily="34" charset="0"/>
              </a:rPr>
              <a:t>BioRxiv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(2022).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1103BE-9992-39CB-AB84-8A012EF22A22}"/>
              </a:ext>
            </a:extLst>
          </p:cNvPr>
          <p:cNvGrpSpPr/>
          <p:nvPr/>
        </p:nvGrpSpPr>
        <p:grpSpPr>
          <a:xfrm>
            <a:off x="349625" y="4181909"/>
            <a:ext cx="3686866" cy="1905561"/>
            <a:chOff x="456575" y="4076921"/>
            <a:chExt cx="3686866" cy="1905561"/>
          </a:xfrm>
          <a:solidFill>
            <a:srgbClr val="FFC000"/>
          </a:solidFill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4F0701-75A2-7D58-4D6A-5411B2808B69}"/>
                </a:ext>
              </a:extLst>
            </p:cNvPr>
            <p:cNvSpPr txBox="1"/>
            <p:nvPr/>
          </p:nvSpPr>
          <p:spPr>
            <a:xfrm>
              <a:off x="456575" y="4412822"/>
              <a:ext cx="3436082" cy="15696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Aligners like </a:t>
              </a:r>
              <a:r>
                <a:rPr lang="en-US" sz="2400" dirty="0" err="1"/>
                <a:t>bismark</a:t>
              </a:r>
              <a:r>
                <a:rPr lang="en-US" sz="2400" dirty="0"/>
                <a:t> </a:t>
              </a:r>
              <a:r>
                <a:rPr lang="en-US" sz="2400" dirty="0" err="1"/>
                <a:t>preconvert</a:t>
              </a:r>
              <a:r>
                <a:rPr lang="en-US" sz="2400" dirty="0"/>
                <a:t> the reference genome and your data to increase alignment rate</a:t>
              </a:r>
            </a:p>
          </p:txBody>
        </p:sp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5459ED4C-D657-792E-747D-E9988CDF92B3}"/>
                </a:ext>
              </a:extLst>
            </p:cNvPr>
            <p:cNvSpPr/>
            <p:nvPr/>
          </p:nvSpPr>
          <p:spPr>
            <a:xfrm rot="18800449">
              <a:off x="3451921" y="4131114"/>
              <a:ext cx="745713" cy="637327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017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8CF4A-10A2-C849-F42D-6E605CDB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B1E168-A8A1-0D89-0A0D-DB9BA8DCE875}"/>
              </a:ext>
            </a:extLst>
          </p:cNvPr>
          <p:cNvSpPr txBox="1"/>
          <p:nvPr/>
        </p:nvSpPr>
        <p:spPr>
          <a:xfrm>
            <a:off x="10514246" y="6550212"/>
            <a:ext cx="30106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Kapourani</a:t>
            </a:r>
            <a:r>
              <a:rPr lang="en-US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al. 2021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F46B2C-F03B-8407-88B2-93FDBA3B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358" y="4676930"/>
            <a:ext cx="6167511" cy="1538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7C0905-E456-7A9A-EFD7-F6E54D535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358" y="1295638"/>
            <a:ext cx="6139283" cy="29915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CEDAD-FB5D-9F6E-9A31-A3DDE8B916AE}"/>
              </a:ext>
            </a:extLst>
          </p:cNvPr>
          <p:cNvSpPr txBox="1"/>
          <p:nvPr/>
        </p:nvSpPr>
        <p:spPr>
          <a:xfrm>
            <a:off x="192506" y="273421"/>
            <a:ext cx="696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Unobserved regions are fundamentally different than counts based assays</a:t>
            </a:r>
          </a:p>
        </p:txBody>
      </p:sp>
    </p:spTree>
    <p:extLst>
      <p:ext uri="{BB962C8B-B14F-4D97-AF65-F5344CB8AC3E}">
        <p14:creationId xmlns:p14="http://schemas.microsoft.com/office/powerpoint/2010/main" val="129287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E9CE-CFA5-88A1-F164-4A4A47B2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168B0-9D2C-EA49-52C7-99632DB9EBBD}"/>
              </a:ext>
            </a:extLst>
          </p:cNvPr>
          <p:cNvSpPr txBox="1"/>
          <p:nvPr/>
        </p:nvSpPr>
        <p:spPr>
          <a:xfrm>
            <a:off x="192506" y="273421"/>
            <a:ext cx="696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Unobserved regions are fundamentally different than counts based assays</a:t>
            </a:r>
          </a:p>
        </p:txBody>
      </p:sp>
      <p:pic>
        <p:nvPicPr>
          <p:cNvPr id="5" name="Picture 2" descr="Fig. 1">
            <a:extLst>
              <a:ext uri="{FF2B5EF4-FFF2-40B4-BE49-F238E27FC236}">
                <a16:creationId xmlns:a16="http://schemas.microsoft.com/office/drawing/2014/main" id="{91689A72-0FCF-609D-6134-CBCB6D913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20" y="644925"/>
            <a:ext cx="4558414" cy="570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39179F-06FC-0970-BD44-B188DF7A8A87}"/>
              </a:ext>
            </a:extLst>
          </p:cNvPr>
          <p:cNvSpPr txBox="1"/>
          <p:nvPr/>
        </p:nvSpPr>
        <p:spPr>
          <a:xfrm>
            <a:off x="10415172" y="6347893"/>
            <a:ext cx="1579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Loyfer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et al. 2023</a:t>
            </a:r>
          </a:p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Pervjakova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et al. 2016</a:t>
            </a:r>
          </a:p>
        </p:txBody>
      </p:sp>
      <p:pic>
        <p:nvPicPr>
          <p:cNvPr id="1026" name="Picture 2" descr="Visualization of beta-density and methylation level (vertical axis-beta-density (maximum value of 10) and horizontal axis-methylation level) for imprinted (A) and nonimprinted (B) genes, captured by methylation array. Positive and negative controls are shown by blue and red lines, respectively. Each tissue is shown by a gray line. Imprinted genes have an increased number of intermediately methylated probes with beta-value in 0.5-0.7 range, if compared with nonimprinted genes, as shown in gray boxes. ">
            <a:extLst>
              <a:ext uri="{FF2B5EF4-FFF2-40B4-BE49-F238E27FC236}">
                <a16:creationId xmlns:a16="http://schemas.microsoft.com/office/drawing/2014/main" id="{2E94493F-47F5-5360-0D54-B7A5C0708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462" y="1596212"/>
            <a:ext cx="6319921" cy="319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A5B311-0822-EC65-C327-1C3A9836329D}"/>
              </a:ext>
            </a:extLst>
          </p:cNvPr>
          <p:cNvSpPr txBox="1"/>
          <p:nvPr/>
        </p:nvSpPr>
        <p:spPr>
          <a:xfrm>
            <a:off x="5510462" y="866027"/>
            <a:ext cx="4711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Methylation is binary in small genomic windows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AE1B6-FDE0-324A-B3B7-79E2FBC7F48E}"/>
              </a:ext>
            </a:extLst>
          </p:cNvPr>
          <p:cNvSpPr txBox="1"/>
          <p:nvPr/>
        </p:nvSpPr>
        <p:spPr>
          <a:xfrm>
            <a:off x="5217634" y="6028409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15kbp locus</a:t>
            </a:r>
          </a:p>
        </p:txBody>
      </p:sp>
    </p:spTree>
    <p:extLst>
      <p:ext uri="{BB962C8B-B14F-4D97-AF65-F5344CB8AC3E}">
        <p14:creationId xmlns:p14="http://schemas.microsoft.com/office/powerpoint/2010/main" val="3192184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7B3F-F5D2-024D-0C81-5249BC4B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0D111DAC-7C75-93A4-D4CF-B6C3D811F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431" y="0"/>
            <a:ext cx="5481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e 2">
            <a:extLst>
              <a:ext uri="{FF2B5EF4-FFF2-40B4-BE49-F238E27FC236}">
                <a16:creationId xmlns:a16="http://schemas.microsoft.com/office/drawing/2014/main" id="{CD57B1A3-617B-9677-55CC-3B283EB61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" y="1535906"/>
            <a:ext cx="4471557" cy="378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FF86FE-F742-0EE5-CEA3-D92E0438F33E}"/>
              </a:ext>
            </a:extLst>
          </p:cNvPr>
          <p:cNvSpPr txBox="1"/>
          <p:nvPr/>
        </p:nvSpPr>
        <p:spPr>
          <a:xfrm>
            <a:off x="10920498" y="6472238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Loyfer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et al.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E0558-3103-02B7-1100-5F3024611C6C}"/>
              </a:ext>
            </a:extLst>
          </p:cNvPr>
          <p:cNvSpPr txBox="1"/>
          <p:nvPr/>
        </p:nvSpPr>
        <p:spPr>
          <a:xfrm>
            <a:off x="592681" y="942920"/>
            <a:ext cx="431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Bulk methylomes from purified cell types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2451C0-118D-279C-AD3B-405B1D14D473}"/>
              </a:ext>
            </a:extLst>
          </p:cNvPr>
          <p:cNvSpPr txBox="1">
            <a:spLocks/>
          </p:cNvSpPr>
          <p:nvPr/>
        </p:nvSpPr>
        <p:spPr>
          <a:xfrm>
            <a:off x="300037" y="124152"/>
            <a:ext cx="12192000" cy="5951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C000"/>
                </a:solidFill>
              </a:rPr>
              <a:t>Cell typing!</a:t>
            </a:r>
          </a:p>
        </p:txBody>
      </p:sp>
    </p:spTree>
    <p:extLst>
      <p:ext uri="{BB962C8B-B14F-4D97-AF65-F5344CB8AC3E}">
        <p14:creationId xmlns:p14="http://schemas.microsoft.com/office/powerpoint/2010/main" val="949573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04B8-BC5B-F220-0284-2DDD2C82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39;p75">
            <a:extLst>
              <a:ext uri="{FF2B5EF4-FFF2-40B4-BE49-F238E27FC236}">
                <a16:creationId xmlns:a16="http://schemas.microsoft.com/office/drawing/2014/main" id="{0AA7738E-CAB1-BCC5-2A93-8F1B00AF68B8}"/>
              </a:ext>
            </a:extLst>
          </p:cNvPr>
          <p:cNvSpPr txBox="1"/>
          <p:nvPr/>
        </p:nvSpPr>
        <p:spPr>
          <a:xfrm>
            <a:off x="38316" y="790579"/>
            <a:ext cx="2065434" cy="114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Select starting features: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5kb bins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ATAC peaks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RNA promoters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CUT&amp;TAG markers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40;p75">
            <a:extLst>
              <a:ext uri="{FF2B5EF4-FFF2-40B4-BE49-F238E27FC236}">
                <a16:creationId xmlns:a16="http://schemas.microsoft.com/office/drawing/2014/main" id="{1E0B5EA0-41DF-C2E3-32AA-D308826809EA}"/>
              </a:ext>
            </a:extLst>
          </p:cNvPr>
          <p:cNvSpPr txBox="1"/>
          <p:nvPr/>
        </p:nvSpPr>
        <p:spPr>
          <a:xfrm>
            <a:off x="3269201" y="6102448"/>
            <a:ext cx="3241327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cluster cells on these features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use cell groupings to define DMRs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8AC53D-8508-8857-8FE0-FD5F59584521}"/>
              </a:ext>
            </a:extLst>
          </p:cNvPr>
          <p:cNvSpPr txBox="1">
            <a:spLocks/>
          </p:cNvSpPr>
          <p:nvPr/>
        </p:nvSpPr>
        <p:spPr>
          <a:xfrm>
            <a:off x="-20820" y="63831"/>
            <a:ext cx="12212820" cy="65667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METHYLATION</a:t>
            </a:r>
          </a:p>
          <a:p>
            <a:r>
              <a:rPr lang="en-US" dirty="0">
                <a:solidFill>
                  <a:srgbClr val="FFC000"/>
                </a:solidFill>
              </a:rPr>
              <a:t>CLUSTER CELLS ON WINDOWS ▶︎ IDENTIFY DMRS ▶︎ RECLUSTER CELLS ON DMRS  </a:t>
            </a:r>
          </a:p>
        </p:txBody>
      </p:sp>
      <p:sp>
        <p:nvSpPr>
          <p:cNvPr id="15" name="Google Shape;1340;p75">
            <a:extLst>
              <a:ext uri="{FF2B5EF4-FFF2-40B4-BE49-F238E27FC236}">
                <a16:creationId xmlns:a16="http://schemas.microsoft.com/office/drawing/2014/main" id="{FC992405-F005-7618-C865-0CEB67389D07}"/>
              </a:ext>
            </a:extLst>
          </p:cNvPr>
          <p:cNvSpPr txBox="1"/>
          <p:nvPr/>
        </p:nvSpPr>
        <p:spPr>
          <a:xfrm>
            <a:off x="7449671" y="4071816"/>
            <a:ext cx="3895853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Cluster on DMRs and assign cell types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A09892-B131-5A49-C897-A896814BD2A4}"/>
              </a:ext>
            </a:extLst>
          </p:cNvPr>
          <p:cNvGrpSpPr/>
          <p:nvPr/>
        </p:nvGrpSpPr>
        <p:grpSpPr>
          <a:xfrm>
            <a:off x="7086821" y="5723786"/>
            <a:ext cx="1049216" cy="808882"/>
            <a:chOff x="1616328" y="3114642"/>
            <a:chExt cx="1049216" cy="808882"/>
          </a:xfrm>
          <a:solidFill>
            <a:srgbClr val="FFC000"/>
          </a:solidFill>
        </p:grpSpPr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A9B7B896-E1CD-C49B-D4B6-7DD6E364C5E9}"/>
                </a:ext>
              </a:extLst>
            </p:cNvPr>
            <p:cNvSpPr/>
            <p:nvPr/>
          </p:nvSpPr>
          <p:spPr>
            <a:xfrm>
              <a:off x="1952721" y="3225715"/>
              <a:ext cx="712823" cy="697809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5D69D6-9303-39FA-E453-7094E41F09C1}"/>
                </a:ext>
              </a:extLst>
            </p:cNvPr>
            <p:cNvSpPr/>
            <p:nvPr/>
          </p:nvSpPr>
          <p:spPr>
            <a:xfrm>
              <a:off x="1616328" y="3114642"/>
              <a:ext cx="336393" cy="6287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ight Arrow 26">
            <a:extLst>
              <a:ext uri="{FF2B5EF4-FFF2-40B4-BE49-F238E27FC236}">
                <a16:creationId xmlns:a16="http://schemas.microsoft.com/office/drawing/2014/main" id="{2483A264-3983-E372-E15F-229D947A8672}"/>
              </a:ext>
            </a:extLst>
          </p:cNvPr>
          <p:cNvSpPr/>
          <p:nvPr/>
        </p:nvSpPr>
        <p:spPr>
          <a:xfrm>
            <a:off x="8231536" y="4560851"/>
            <a:ext cx="712823" cy="69780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8076D8-F13C-F9A2-5047-8EC432A7D7CB}"/>
              </a:ext>
            </a:extLst>
          </p:cNvPr>
          <p:cNvSpPr txBox="1"/>
          <p:nvPr/>
        </p:nvSpPr>
        <p:spPr>
          <a:xfrm>
            <a:off x="10370477" y="6409558"/>
            <a:ext cx="1687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Bhat- </a:t>
            </a:r>
            <a:r>
              <a:rPr lang="en-US" sz="1000" dirty="0" err="1"/>
              <a:t>Nakshatri</a:t>
            </a:r>
            <a:r>
              <a:rPr lang="en-US" sz="1000" dirty="0"/>
              <a:t> et al. 2024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37D27C-5BBB-320D-EB6D-1C0781E2D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2" y="2007085"/>
            <a:ext cx="2065433" cy="18066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7BD423F-C218-BD04-8782-9BEF3F7A1A2A}"/>
              </a:ext>
            </a:extLst>
          </p:cNvPr>
          <p:cNvGrpSpPr/>
          <p:nvPr/>
        </p:nvGrpSpPr>
        <p:grpSpPr>
          <a:xfrm>
            <a:off x="2855811" y="4106426"/>
            <a:ext cx="1049216" cy="808882"/>
            <a:chOff x="1616328" y="3114642"/>
            <a:chExt cx="1049216" cy="808882"/>
          </a:xfrm>
          <a:solidFill>
            <a:srgbClr val="FFC000"/>
          </a:solidFill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04D24BD4-10AC-C513-2266-6C7F8ED9BA88}"/>
                </a:ext>
              </a:extLst>
            </p:cNvPr>
            <p:cNvSpPr/>
            <p:nvPr/>
          </p:nvSpPr>
          <p:spPr>
            <a:xfrm>
              <a:off x="1952721" y="3225715"/>
              <a:ext cx="712823" cy="697809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6DABE1-CD41-B545-21AF-FA7A5BE81F45}"/>
                </a:ext>
              </a:extLst>
            </p:cNvPr>
            <p:cNvSpPr/>
            <p:nvPr/>
          </p:nvSpPr>
          <p:spPr>
            <a:xfrm>
              <a:off x="1616328" y="3114642"/>
              <a:ext cx="336393" cy="6287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7218E3F-201C-38AC-FC7C-37CC99330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24" y="1363798"/>
            <a:ext cx="2230982" cy="2201236"/>
          </a:xfrm>
          <a:prstGeom prst="rect">
            <a:avLst/>
          </a:prstGeom>
        </p:spPr>
      </p:pic>
      <p:pic>
        <p:nvPicPr>
          <p:cNvPr id="12" name="Picture 11" descr="A colorful blotches of different colors&#10;&#10;AI-generated content may be incorrect.">
            <a:extLst>
              <a:ext uri="{FF2B5EF4-FFF2-40B4-BE49-F238E27FC236}">
                <a16:creationId xmlns:a16="http://schemas.microsoft.com/office/drawing/2014/main" id="{662B421F-357F-A8F1-7E3B-11B4A5E04C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769"/>
          <a:stretch>
            <a:fillRect/>
          </a:stretch>
        </p:blipFill>
        <p:spPr>
          <a:xfrm>
            <a:off x="8411570" y="4356479"/>
            <a:ext cx="1849237" cy="22218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B8C5FB-4037-CC55-A7FF-1C24E715A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652" y="3896625"/>
            <a:ext cx="2027346" cy="2141519"/>
          </a:xfrm>
          <a:prstGeom prst="rect">
            <a:avLst/>
          </a:prstGeom>
        </p:spPr>
      </p:pic>
      <p:sp>
        <p:nvSpPr>
          <p:cNvPr id="16" name="Google Shape;1340;p75">
            <a:extLst>
              <a:ext uri="{FF2B5EF4-FFF2-40B4-BE49-F238E27FC236}">
                <a16:creationId xmlns:a16="http://schemas.microsoft.com/office/drawing/2014/main" id="{09E97AB4-0141-F1DA-ACE9-9BD9825332E1}"/>
              </a:ext>
            </a:extLst>
          </p:cNvPr>
          <p:cNvSpPr txBox="1"/>
          <p:nvPr/>
        </p:nvSpPr>
        <p:spPr>
          <a:xfrm>
            <a:off x="67324" y="4170730"/>
            <a:ext cx="2142162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Weighted methylation across features</a:t>
            </a:r>
            <a:endParaRPr sz="14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1A78486-6AF6-7874-D562-9FC5BF04E4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397" t="83790" r="32451" b="7072"/>
          <a:stretch>
            <a:fillRect/>
          </a:stretch>
        </p:blipFill>
        <p:spPr>
          <a:xfrm>
            <a:off x="653142" y="5027839"/>
            <a:ext cx="1065941" cy="1100882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06F8A3-55E4-D958-B452-1D4BDC22B75E}"/>
              </a:ext>
            </a:extLst>
          </p:cNvPr>
          <p:cNvSpPr txBox="1"/>
          <p:nvPr/>
        </p:nvSpPr>
        <p:spPr>
          <a:xfrm>
            <a:off x="818239" y="4708722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F4EC78-6056-FD80-8562-5A3801A1D5E4}"/>
              </a:ext>
            </a:extLst>
          </p:cNvPr>
          <p:cNvSpPr txBox="1"/>
          <p:nvPr/>
        </p:nvSpPr>
        <p:spPr>
          <a:xfrm rot="16200000">
            <a:off x="115236" y="538669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</a:p>
        </p:txBody>
      </p:sp>
    </p:spTree>
    <p:extLst>
      <p:ext uri="{BB962C8B-B14F-4D97-AF65-F5344CB8AC3E}">
        <p14:creationId xmlns:p14="http://schemas.microsoft.com/office/powerpoint/2010/main" val="3781058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E7983-8B00-B203-2A6E-BED40BC1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3F04755-805B-9E71-4EE3-3AC4993CCDFA}"/>
              </a:ext>
            </a:extLst>
          </p:cNvPr>
          <p:cNvSpPr txBox="1">
            <a:spLocks/>
          </p:cNvSpPr>
          <p:nvPr/>
        </p:nvSpPr>
        <p:spPr>
          <a:xfrm>
            <a:off x="0" y="188596"/>
            <a:ext cx="12192000" cy="5951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C000"/>
                </a:solidFill>
              </a:rPr>
              <a:t>From cluster to cell types: </a:t>
            </a:r>
            <a:r>
              <a:rPr lang="en-US" sz="3300" i="1" dirty="0">
                <a:solidFill>
                  <a:srgbClr val="FFC000"/>
                </a:solidFill>
              </a:rPr>
              <a:t>a priori</a:t>
            </a:r>
            <a:endParaRPr lang="en-US" sz="3300" dirty="0">
              <a:solidFill>
                <a:srgbClr val="FFC000"/>
              </a:solidFill>
            </a:endParaRPr>
          </a:p>
        </p:txBody>
      </p:sp>
      <p:pic>
        <p:nvPicPr>
          <p:cNvPr id="8" name="Picture 7" descr="A colorful blotches of different colors&#10;&#10;AI-generated content may be incorrect.">
            <a:extLst>
              <a:ext uri="{FF2B5EF4-FFF2-40B4-BE49-F238E27FC236}">
                <a16:creationId xmlns:a16="http://schemas.microsoft.com/office/drawing/2014/main" id="{138EA850-0A99-EAE8-2AC5-E4FB03D58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769"/>
          <a:stretch>
            <a:fillRect/>
          </a:stretch>
        </p:blipFill>
        <p:spPr>
          <a:xfrm>
            <a:off x="945586" y="1547513"/>
            <a:ext cx="3758761" cy="4516082"/>
          </a:xfrm>
          <a:prstGeom prst="rect">
            <a:avLst/>
          </a:prstGeom>
        </p:spPr>
      </p:pic>
      <p:pic>
        <p:nvPicPr>
          <p:cNvPr id="3" name="Picture 2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8C418B42-FA6B-792D-5C9F-22FE20FC8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97"/>
          <a:stretch>
            <a:fillRect/>
          </a:stretch>
        </p:blipFill>
        <p:spPr>
          <a:xfrm>
            <a:off x="6095999" y="783710"/>
            <a:ext cx="3906887" cy="572770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92C25D-3D15-C12D-3ED8-4DB91F204215}"/>
              </a:ext>
            </a:extLst>
          </p:cNvPr>
          <p:cNvSpPr txBox="1"/>
          <p:nvPr/>
        </p:nvSpPr>
        <p:spPr>
          <a:xfrm>
            <a:off x="10344188" y="1411322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96,436 DMRs</a:t>
            </a:r>
          </a:p>
          <a:p>
            <a:r>
              <a:rPr lang="en-US" dirty="0">
                <a:solidFill>
                  <a:srgbClr val="FFC000"/>
                </a:solidFill>
              </a:rPr>
              <a:t>mean 3.6kbp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F6465-DF0B-E2F9-9261-433B942771A7}"/>
              </a:ext>
            </a:extLst>
          </p:cNvPr>
          <p:cNvSpPr txBox="1"/>
          <p:nvPr/>
        </p:nvSpPr>
        <p:spPr>
          <a:xfrm>
            <a:off x="10455669" y="4648200"/>
            <a:ext cx="1630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157,143 DMRs</a:t>
            </a:r>
          </a:p>
          <a:p>
            <a:r>
              <a:rPr lang="en-US" dirty="0">
                <a:solidFill>
                  <a:srgbClr val="FFC000"/>
                </a:solidFill>
              </a:rPr>
              <a:t>mean 3.9kbp</a:t>
            </a:r>
          </a:p>
        </p:txBody>
      </p:sp>
    </p:spTree>
    <p:extLst>
      <p:ext uri="{BB962C8B-B14F-4D97-AF65-F5344CB8AC3E}">
        <p14:creationId xmlns:p14="http://schemas.microsoft.com/office/powerpoint/2010/main" val="1267289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9493-69E5-801B-F009-EE9C3FAD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1C9B70C-A047-EEB7-2EB9-5235E6E46C77}"/>
              </a:ext>
            </a:extLst>
          </p:cNvPr>
          <p:cNvSpPr txBox="1">
            <a:spLocks/>
          </p:cNvSpPr>
          <p:nvPr/>
        </p:nvSpPr>
        <p:spPr>
          <a:xfrm>
            <a:off x="0" y="188596"/>
            <a:ext cx="12192000" cy="5951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C000"/>
                </a:solidFill>
              </a:rPr>
              <a:t>Cell typing in methylation: </a:t>
            </a:r>
            <a:r>
              <a:rPr lang="en-US" sz="3300" i="1" dirty="0">
                <a:solidFill>
                  <a:srgbClr val="FFC000"/>
                </a:solidFill>
              </a:rPr>
              <a:t>a posteriori</a:t>
            </a:r>
            <a:endParaRPr lang="en-US" sz="3300" dirty="0">
              <a:solidFill>
                <a:srgbClr val="FFC000"/>
              </a:solidFill>
            </a:endParaRPr>
          </a:p>
        </p:txBody>
      </p:sp>
      <p:pic>
        <p:nvPicPr>
          <p:cNvPr id="8" name="Picture 7" descr="A close-up of a chart&#10;&#10;AI-generated content may be incorrect.">
            <a:extLst>
              <a:ext uri="{FF2B5EF4-FFF2-40B4-BE49-F238E27FC236}">
                <a16:creationId xmlns:a16="http://schemas.microsoft.com/office/drawing/2014/main" id="{01B0CC99-9026-292D-E62B-D5430017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88" y="1724438"/>
            <a:ext cx="11314024" cy="3700669"/>
          </a:xfrm>
          <a:prstGeom prst="rect">
            <a:avLst/>
          </a:prstGeom>
          <a:ln w="57150">
            <a:solidFill>
              <a:srgbClr val="FFFFFF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7505E2-F59E-D1B7-9FA9-C7A6DCD2AD8F}"/>
              </a:ext>
            </a:extLst>
          </p:cNvPr>
          <p:cNvGrpSpPr/>
          <p:nvPr/>
        </p:nvGrpSpPr>
        <p:grpSpPr>
          <a:xfrm>
            <a:off x="316598" y="5683586"/>
            <a:ext cx="2472422" cy="953308"/>
            <a:chOff x="273992" y="5683586"/>
            <a:chExt cx="2472422" cy="9533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57BCC2-BF32-9A10-9733-8BA3C1190645}"/>
                </a:ext>
              </a:extLst>
            </p:cNvPr>
            <p:cNvCxnSpPr/>
            <p:nvPr/>
          </p:nvCxnSpPr>
          <p:spPr>
            <a:xfrm>
              <a:off x="927652" y="6069496"/>
              <a:ext cx="649357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09ECF2-C2B9-001E-0AF5-B398833E1AF9}"/>
                </a:ext>
              </a:extLst>
            </p:cNvPr>
            <p:cNvSpPr txBox="1"/>
            <p:nvPr/>
          </p:nvSpPr>
          <p:spPr>
            <a:xfrm>
              <a:off x="1677660" y="5930996"/>
              <a:ext cx="10687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mean %</a:t>
              </a:r>
              <a:r>
                <a:rPr lang="en-US" sz="1200" dirty="0" err="1"/>
                <a:t>mCG</a:t>
              </a:r>
              <a:endParaRPr lang="en-US" sz="12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54C816-F015-17D5-2040-DA0FF7BE8B33}"/>
                </a:ext>
              </a:extLst>
            </p:cNvPr>
            <p:cNvSpPr/>
            <p:nvPr/>
          </p:nvSpPr>
          <p:spPr>
            <a:xfrm>
              <a:off x="1035312" y="5761067"/>
              <a:ext cx="217018" cy="276999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BACF53-7335-8195-5622-F85DFF3F8739}"/>
                </a:ext>
              </a:extLst>
            </p:cNvPr>
            <p:cNvSpPr/>
            <p:nvPr/>
          </p:nvSpPr>
          <p:spPr>
            <a:xfrm>
              <a:off x="1258682" y="6100927"/>
              <a:ext cx="217018" cy="431955"/>
            </a:xfrm>
            <a:prstGeom prst="rect">
              <a:avLst/>
            </a:prstGeom>
            <a:solidFill>
              <a:srgbClr val="EB2B90"/>
            </a:solidFill>
            <a:ln>
              <a:solidFill>
                <a:srgbClr val="EB2B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189D90-10E9-A2D6-5A9B-D65A2DE1D61D}"/>
                </a:ext>
              </a:extLst>
            </p:cNvPr>
            <p:cNvSpPr txBox="1"/>
            <p:nvPr/>
          </p:nvSpPr>
          <p:spPr>
            <a:xfrm>
              <a:off x="1475700" y="6267562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EB2B90"/>
                  </a:solidFill>
                </a:rPr>
                <a:t>hypo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B9746D-A635-1B20-B949-F83DF0F7FFC0}"/>
                </a:ext>
              </a:extLst>
            </p:cNvPr>
            <p:cNvSpPr txBox="1"/>
            <p:nvPr/>
          </p:nvSpPr>
          <p:spPr>
            <a:xfrm>
              <a:off x="273992" y="5683586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hyper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8D212A6-8220-5E02-E0D9-AA01DF628357}"/>
              </a:ext>
            </a:extLst>
          </p:cNvPr>
          <p:cNvSpPr txBox="1"/>
          <p:nvPr/>
        </p:nvSpPr>
        <p:spPr>
          <a:xfrm>
            <a:off x="2147679" y="6267562"/>
            <a:ext cx="1740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500bp windows</a:t>
            </a:r>
          </a:p>
        </p:txBody>
      </p:sp>
    </p:spTree>
    <p:extLst>
      <p:ext uri="{BB962C8B-B14F-4D97-AF65-F5344CB8AC3E}">
        <p14:creationId xmlns:p14="http://schemas.microsoft.com/office/powerpoint/2010/main" val="3292507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CD6169-8514-8F27-41C3-A5E1E7765EBE}"/>
              </a:ext>
            </a:extLst>
          </p:cNvPr>
          <p:cNvSpPr txBox="1">
            <a:spLocks/>
          </p:cNvSpPr>
          <p:nvPr/>
        </p:nvSpPr>
        <p:spPr>
          <a:xfrm>
            <a:off x="0" y="93588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93E2"/>
                </a:solidFill>
              </a:rPr>
              <a:t>Validating CNV calling on heterogenous cell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D9DD3AC-08BF-A311-624D-AA303AB06974}"/>
              </a:ext>
            </a:extLst>
          </p:cNvPr>
          <p:cNvGrpSpPr/>
          <p:nvPr/>
        </p:nvGrpSpPr>
        <p:grpSpPr>
          <a:xfrm>
            <a:off x="1686910" y="1779814"/>
            <a:ext cx="3138967" cy="5080692"/>
            <a:chOff x="5162215" y="3343777"/>
            <a:chExt cx="2118514" cy="3429000"/>
          </a:xfrm>
          <a:solidFill>
            <a:schemeClr val="bg1"/>
          </a:solidFill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5BFC9AFF-3B55-5BE7-CF76-57C89FFD15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6798" t="65864" b="828"/>
            <a:stretch>
              <a:fillRect/>
            </a:stretch>
          </p:blipFill>
          <p:spPr>
            <a:xfrm>
              <a:off x="5162215" y="3343777"/>
              <a:ext cx="2118514" cy="3429000"/>
            </a:xfrm>
            <a:prstGeom prst="rect">
              <a:avLst/>
            </a:prstGeom>
            <a:grpFill/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44A562E-0AC2-7486-3E33-E144B51964D0}"/>
                </a:ext>
              </a:extLst>
            </p:cNvPr>
            <p:cNvSpPr/>
            <p:nvPr/>
          </p:nvSpPr>
          <p:spPr>
            <a:xfrm rot="5400000">
              <a:off x="6358864" y="3175278"/>
              <a:ext cx="132225" cy="8286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/>
                <a:t>MET</a:t>
              </a:r>
            </a:p>
          </p:txBody>
        </p:sp>
      </p:grp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3CF7E15-6C1E-214E-B8E6-41DA2D2A4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57" b="50112"/>
          <a:stretch>
            <a:fillRect/>
          </a:stretch>
        </p:blipFill>
        <p:spPr>
          <a:xfrm>
            <a:off x="166800" y="817488"/>
            <a:ext cx="6659669" cy="112211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C2152FE-0FCE-0382-C0F1-13AFED461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959" y="1447107"/>
            <a:ext cx="4757375" cy="5080692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BB42F0E-3B4D-1925-CA1A-E857EF7D73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410" t="32769" b="56485"/>
          <a:stretch>
            <a:fillRect/>
          </a:stretch>
        </p:blipFill>
        <p:spPr>
          <a:xfrm>
            <a:off x="5617131" y="5803900"/>
            <a:ext cx="1349583" cy="723899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487795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8674063-3A10-A571-6DE2-83AEE618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59" y="999679"/>
            <a:ext cx="5304670" cy="5120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AA0F2-835D-7E0C-0BD0-F23CBFE2B9E7}"/>
              </a:ext>
            </a:extLst>
          </p:cNvPr>
          <p:cNvSpPr txBox="1"/>
          <p:nvPr/>
        </p:nvSpPr>
        <p:spPr>
          <a:xfrm rot="5400000">
            <a:off x="9333187" y="5466707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B2B90"/>
                </a:solidFill>
              </a:rPr>
              <a:t>►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BDFE2-233A-0D01-EEBE-136BD2BD6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87" y="1219011"/>
            <a:ext cx="5153439" cy="5153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6DCFE9-0A48-D3C2-A937-7207D9911D95}"/>
              </a:ext>
            </a:extLst>
          </p:cNvPr>
          <p:cNvSpPr txBox="1"/>
          <p:nvPr/>
        </p:nvSpPr>
        <p:spPr>
          <a:xfrm>
            <a:off x="5908814" y="6396334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Arial" panose="020B0604020202020204" pitchFamily="34" charset="0"/>
              </a:rPr>
              <a:t>Lin, </a:t>
            </a:r>
            <a:r>
              <a:rPr lang="en-US" sz="1200" b="0" i="0" dirty="0" err="1">
                <a:effectLst/>
                <a:latin typeface="Arial" panose="020B0604020202020204" pitchFamily="34" charset="0"/>
              </a:rPr>
              <a:t>Yiyun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, et al. "Normal breast tissues harbor rare populations of aneuploid epithelial cells." </a:t>
            </a:r>
            <a:r>
              <a:rPr lang="en-US" sz="1200" b="0" i="1" dirty="0">
                <a:effectLst/>
                <a:latin typeface="Arial" panose="020B0604020202020204" pitchFamily="34" charset="0"/>
              </a:rPr>
              <a:t>Cancer Research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84.6_Supplement (2024): 780-780.</a:t>
            </a:r>
            <a:endParaRPr 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315C8-0E93-EB4C-9D29-82E292C5E8CA}"/>
              </a:ext>
            </a:extLst>
          </p:cNvPr>
          <p:cNvSpPr txBox="1">
            <a:spLocks/>
          </p:cNvSpPr>
          <p:nvPr/>
        </p:nvSpPr>
        <p:spPr>
          <a:xfrm>
            <a:off x="0" y="99469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93E2"/>
                </a:solidFill>
              </a:rPr>
              <a:t>Lineage tracing through CNVs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AD941-CD48-B701-25FD-4DC6C3920FFC}"/>
              </a:ext>
            </a:extLst>
          </p:cNvPr>
          <p:cNvSpPr txBox="1"/>
          <p:nvPr/>
        </p:nvSpPr>
        <p:spPr>
          <a:xfrm rot="5400000">
            <a:off x="3858590" y="560564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B2B90"/>
                </a:solidFill>
              </a:rPr>
              <a:t>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21BBD-94CD-4F72-5A00-625FCF6A82DD}"/>
              </a:ext>
            </a:extLst>
          </p:cNvPr>
          <p:cNvSpPr txBox="1"/>
          <p:nvPr/>
        </p:nvSpPr>
        <p:spPr>
          <a:xfrm>
            <a:off x="650392" y="78229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icell8: Epithelial enriched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6D3B1-72A6-9FD1-D0AA-A7A419DB0A4F}"/>
              </a:ext>
            </a:extLst>
          </p:cNvPr>
          <p:cNvSpPr txBox="1"/>
          <p:nvPr/>
        </p:nvSpPr>
        <p:spPr>
          <a:xfrm>
            <a:off x="8845038" y="175817"/>
            <a:ext cx="3416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2B90"/>
                </a:solidFill>
              </a:rPr>
              <a:t>In normal breast tissue we found 1 CNV across 4 samples</a:t>
            </a:r>
          </a:p>
          <a:p>
            <a:r>
              <a:rPr lang="en-US" dirty="0">
                <a:solidFill>
                  <a:srgbClr val="EB2B90"/>
                </a:solidFill>
              </a:rPr>
              <a:t>16q loss</a:t>
            </a:r>
          </a:p>
        </p:txBody>
      </p:sp>
    </p:spTree>
    <p:extLst>
      <p:ext uri="{BB962C8B-B14F-4D97-AF65-F5344CB8AC3E}">
        <p14:creationId xmlns:p14="http://schemas.microsoft.com/office/powerpoint/2010/main" val="237152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BC9B-FBBB-D154-B404-C1371645DDCB}"/>
              </a:ext>
            </a:extLst>
          </p:cNvPr>
          <p:cNvSpPr txBox="1">
            <a:spLocks/>
          </p:cNvSpPr>
          <p:nvPr/>
        </p:nvSpPr>
        <p:spPr>
          <a:xfrm>
            <a:off x="0" y="120178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93E2"/>
                </a:solidFill>
              </a:rPr>
              <a:t>Lineage tracing through CNVs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23105F-5BE6-2C2E-786C-EF1F5E821194}"/>
              </a:ext>
            </a:extLst>
          </p:cNvPr>
          <p:cNvGrpSpPr/>
          <p:nvPr/>
        </p:nvGrpSpPr>
        <p:grpSpPr>
          <a:xfrm>
            <a:off x="323126" y="782292"/>
            <a:ext cx="4748564" cy="5830181"/>
            <a:chOff x="6779344" y="782292"/>
            <a:chExt cx="4748564" cy="5830181"/>
          </a:xfrm>
        </p:grpSpPr>
        <p:pic>
          <p:nvPicPr>
            <p:cNvPr id="11" name="Picture 10" descr="A screen shot of a screen&#10;&#10;Description automatically generated">
              <a:extLst>
                <a:ext uri="{FF2B5EF4-FFF2-40B4-BE49-F238E27FC236}">
                  <a16:creationId xmlns:a16="http://schemas.microsoft.com/office/drawing/2014/main" id="{046DF602-E48C-786A-15E5-1B566A473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9344" y="1151624"/>
              <a:ext cx="4748564" cy="546084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66455E-8EA0-3309-54BA-600FA41023D4}"/>
                </a:ext>
              </a:extLst>
            </p:cNvPr>
            <p:cNvSpPr txBox="1"/>
            <p:nvPr/>
          </p:nvSpPr>
          <p:spPr>
            <a:xfrm>
              <a:off x="6779344" y="782292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scWGS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242250C1-DBCC-2564-EEE0-70373536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56" y="1151624"/>
            <a:ext cx="4997829" cy="538171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B376C2-528E-DB74-C5B6-8AE46FC8A57A}"/>
              </a:ext>
            </a:extLst>
          </p:cNvPr>
          <p:cNvSpPr txBox="1"/>
          <p:nvPr/>
        </p:nvSpPr>
        <p:spPr>
          <a:xfrm>
            <a:off x="6593956" y="71196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scMET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460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BC20D8-2F87-174D-4EBA-DC81153C1A80}"/>
              </a:ext>
            </a:extLst>
          </p:cNvPr>
          <p:cNvSpPr txBox="1">
            <a:spLocks/>
          </p:cNvSpPr>
          <p:nvPr/>
        </p:nvSpPr>
        <p:spPr>
          <a:xfrm>
            <a:off x="0" y="120178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93E2"/>
                </a:solidFill>
              </a:rPr>
              <a:t>Lineage tracing through epimutations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1EBD57-63A5-6837-5A23-3D3F1D74A426}"/>
              </a:ext>
            </a:extLst>
          </p:cNvPr>
          <p:cNvGrpSpPr/>
          <p:nvPr/>
        </p:nvGrpSpPr>
        <p:grpSpPr>
          <a:xfrm>
            <a:off x="707821" y="4160464"/>
            <a:ext cx="2063921" cy="2366779"/>
            <a:chOff x="1392711" y="246289"/>
            <a:chExt cx="2336800" cy="26797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B5A87A-E40A-4C73-6D93-4D456DB5E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711" y="246289"/>
              <a:ext cx="2336800" cy="26797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A86368-64F8-7327-B69A-580C2E1C09E8}"/>
                </a:ext>
              </a:extLst>
            </p:cNvPr>
            <p:cNvSpPr/>
            <p:nvPr/>
          </p:nvSpPr>
          <p:spPr>
            <a:xfrm>
              <a:off x="1392711" y="2070847"/>
              <a:ext cx="943030" cy="7900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02D8E8-4902-4825-3B3B-6E50E00FD72C}"/>
                </a:ext>
              </a:extLst>
            </p:cNvPr>
            <p:cNvSpPr/>
            <p:nvPr/>
          </p:nvSpPr>
          <p:spPr>
            <a:xfrm>
              <a:off x="2333300" y="2535370"/>
              <a:ext cx="943030" cy="390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4E5DBC-3A40-2F19-1130-DA4135FB9AED}"/>
              </a:ext>
            </a:extLst>
          </p:cNvPr>
          <p:cNvGrpSpPr/>
          <p:nvPr/>
        </p:nvGrpSpPr>
        <p:grpSpPr>
          <a:xfrm>
            <a:off x="323094" y="1092117"/>
            <a:ext cx="3283412" cy="2820307"/>
            <a:chOff x="6270172" y="2112461"/>
            <a:chExt cx="3283412" cy="2820307"/>
          </a:xfrm>
        </p:grpSpPr>
        <p:pic>
          <p:nvPicPr>
            <p:cNvPr id="11" name="Picture 6" descr="DNA methyltransferase 3a and its regulatory factor (left) and DNA methyltransferase 1 bound to a short piece of DNA (right).">
              <a:extLst>
                <a:ext uri="{FF2B5EF4-FFF2-40B4-BE49-F238E27FC236}">
                  <a16:creationId xmlns:a16="http://schemas.microsoft.com/office/drawing/2014/main" id="{B8914245-AE43-4007-B1E3-DC5A7A02BA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57" t="20806" r="-2267" b="23579"/>
            <a:stretch/>
          </p:blipFill>
          <p:spPr bwMode="auto">
            <a:xfrm>
              <a:off x="6270172" y="2112461"/>
              <a:ext cx="3283412" cy="2820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3715DC-B034-3207-C17C-8A054264C4C8}"/>
                </a:ext>
              </a:extLst>
            </p:cNvPr>
            <p:cNvSpPr/>
            <p:nvPr/>
          </p:nvSpPr>
          <p:spPr>
            <a:xfrm>
              <a:off x="6270172" y="2112461"/>
              <a:ext cx="769455" cy="5430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2" descr="Fig. 1">
            <a:extLst>
              <a:ext uri="{FF2B5EF4-FFF2-40B4-BE49-F238E27FC236}">
                <a16:creationId xmlns:a16="http://schemas.microsoft.com/office/drawing/2014/main" id="{E8974934-4B1F-BA40-ED14-F3C3A28A9F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525" y="1635174"/>
            <a:ext cx="7437654" cy="384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94271E-FD42-5DC2-3C2D-A575DD116436}"/>
              </a:ext>
            </a:extLst>
          </p:cNvPr>
          <p:cNvSpPr txBox="1"/>
          <p:nvPr/>
        </p:nvSpPr>
        <p:spPr>
          <a:xfrm>
            <a:off x="10494099" y="636849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Chen et al. 2025</a:t>
            </a:r>
          </a:p>
        </p:txBody>
      </p:sp>
    </p:spTree>
    <p:extLst>
      <p:ext uri="{BB962C8B-B14F-4D97-AF65-F5344CB8AC3E}">
        <p14:creationId xmlns:p14="http://schemas.microsoft.com/office/powerpoint/2010/main" val="279799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D6AA-2DFE-FA59-6324-395B7C23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8215DE1-CD93-D020-99C4-74D5F05FCD2F}"/>
              </a:ext>
            </a:extLst>
          </p:cNvPr>
          <p:cNvSpPr txBox="1">
            <a:spLocks/>
          </p:cNvSpPr>
          <p:nvPr/>
        </p:nvSpPr>
        <p:spPr>
          <a:xfrm>
            <a:off x="0" y="120178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rgbClr val="FF93E2"/>
                </a:solidFill>
              </a:rPr>
              <a:t>Lineage tracing through epimutations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FBBC5-A30F-30CB-09FE-B537E7E3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2394497"/>
            <a:ext cx="3632200" cy="4203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FA5412-C05B-E5AD-348E-987E400E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2" y="2755663"/>
            <a:ext cx="7772400" cy="38425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1248C1-862F-6726-9946-FF7EDCE61AD7}"/>
              </a:ext>
            </a:extLst>
          </p:cNvPr>
          <p:cNvSpPr txBox="1"/>
          <p:nvPr/>
        </p:nvSpPr>
        <p:spPr>
          <a:xfrm>
            <a:off x="10494099" y="636849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Chen et al. 2025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56E461-9077-8A25-C242-BFD26456F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080076"/>
            <a:ext cx="4521591" cy="112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B065B84-6031-D848-5DC4-E022AB977F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94"/>
          <a:stretch>
            <a:fillRect/>
          </a:stretch>
        </p:blipFill>
        <p:spPr bwMode="auto">
          <a:xfrm>
            <a:off x="745619" y="848106"/>
            <a:ext cx="7163921" cy="5161788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F4AD44-A3C2-992D-0689-C1B7F5D07880}"/>
              </a:ext>
            </a:extLst>
          </p:cNvPr>
          <p:cNvSpPr txBox="1"/>
          <p:nvPr/>
        </p:nvSpPr>
        <p:spPr>
          <a:xfrm>
            <a:off x="10495686" y="6519178"/>
            <a:ext cx="15584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Zhou et al.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bioRxiv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07BFC3-F4A0-079D-F8C5-9FE5FB5CCC7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Exciting advancements in single cell methylation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E6A41-00DC-1CC8-2E11-E6F5F2FC8816}"/>
              </a:ext>
            </a:extLst>
          </p:cNvPr>
          <p:cNvSpPr txBox="1"/>
          <p:nvPr/>
        </p:nvSpPr>
        <p:spPr>
          <a:xfrm>
            <a:off x="8856874" y="1613918"/>
            <a:ext cx="2418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Subject of our new GCC Single Cell and Spatial Consortium Journal Club next week!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47365F-2958-0E19-3BB7-09EB32136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874" y="3187499"/>
            <a:ext cx="2311067" cy="231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9C53D7-39AE-2676-E550-B43AF0131765}"/>
              </a:ext>
            </a:extLst>
          </p:cNvPr>
          <p:cNvSpPr txBox="1"/>
          <p:nvPr/>
        </p:nvSpPr>
        <p:spPr>
          <a:xfrm>
            <a:off x="9189720" y="9944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750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C249F-99A0-4DDD-3464-8679A711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15B9A-F111-8845-9885-A1E7DD66765B}"/>
              </a:ext>
            </a:extLst>
          </p:cNvPr>
          <p:cNvSpPr txBox="1"/>
          <p:nvPr/>
        </p:nvSpPr>
        <p:spPr>
          <a:xfrm>
            <a:off x="9938399" y="6519178"/>
            <a:ext cx="1778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Nien Lee et al.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bioRxiv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123EBFF-3D1E-8D16-3619-63490CCF4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816" y="887398"/>
            <a:ext cx="4828520" cy="5369165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125C0914-0E20-1516-2CA3-D9C21981B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37" b="57975"/>
          <a:stretch>
            <a:fillRect/>
          </a:stretch>
        </p:blipFill>
        <p:spPr bwMode="auto">
          <a:xfrm>
            <a:off x="649907" y="887398"/>
            <a:ext cx="2821831" cy="5468281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C0C0CD-E4B3-DB81-CFEC-8CE5A70F67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Exciting advancements in single cell methylation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8B995-3134-9835-FB1E-860D00952994}"/>
              </a:ext>
            </a:extLst>
          </p:cNvPr>
          <p:cNvSpPr txBox="1"/>
          <p:nvPr/>
        </p:nvSpPr>
        <p:spPr>
          <a:xfrm>
            <a:off x="9650627" y="2817076"/>
            <a:ext cx="2306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Yanxiang</a:t>
            </a:r>
            <a:r>
              <a:rPr lang="en-US" dirty="0"/>
              <a:t> Deng is giving a talk at BCM on November 25</a:t>
            </a:r>
            <a:r>
              <a:rPr lang="en-US" baseline="30000" dirty="0"/>
              <a:t>th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07203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93714-E8A5-5D5E-A7A0-E782E61E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D67E-604C-F1BD-A336-D67CA8DD382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23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FF8C7-2A5B-BE05-C56B-348E5D4EADFA}"/>
              </a:ext>
            </a:extLst>
          </p:cNvPr>
          <p:cNvSpPr txBox="1"/>
          <p:nvPr/>
        </p:nvSpPr>
        <p:spPr>
          <a:xfrm>
            <a:off x="457200" y="1407695"/>
            <a:ext cx="106238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My goals: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Show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commonalities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most single-cell analyses and their use of counts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Show off relatively new assay and its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unique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challenges and analyses.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Get you excited about methylation and thinking about how it can be useful for you.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0E19E-BFF5-D8A0-DC43-38699960DE94}"/>
              </a:ext>
            </a:extLst>
          </p:cNvPr>
          <p:cNvSpPr txBox="1"/>
          <p:nvPr/>
        </p:nvSpPr>
        <p:spPr>
          <a:xfrm>
            <a:off x="457200" y="4399815"/>
            <a:ext cx="106238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workshop next month: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Clustering single cell methylation data from three cell lines and identifying them through marker genes.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You’ll need a google account: we’ll run it through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09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2985</TotalTime>
  <Words>1630</Words>
  <Application>Microsoft Macintosh PowerPoint</Application>
  <PresentationFormat>Widescreen</PresentationFormat>
  <Paragraphs>317</Paragraphs>
  <Slides>38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-apple-system</vt:lpstr>
      <vt:lpstr>Aptos</vt:lpstr>
      <vt:lpstr>Arial</vt:lpstr>
      <vt:lpstr>Calibri</vt:lpstr>
      <vt:lpstr>Consolas</vt:lpstr>
      <vt:lpstr>Lato</vt:lpstr>
      <vt:lpstr>MuseoSans</vt:lpstr>
      <vt:lpstr>Times New Roman</vt:lpstr>
      <vt:lpstr>Office Theme</vt:lpstr>
      <vt:lpstr>Introduction to single-cell methylation analysis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Mulqueen,Ryan</dc:creator>
  <cp:lastModifiedBy>Mulqueen,Ryan</cp:lastModifiedBy>
  <cp:revision>1</cp:revision>
  <dcterms:created xsi:type="dcterms:W3CDTF">2025-11-08T19:37:51Z</dcterms:created>
  <dcterms:modified xsi:type="dcterms:W3CDTF">2025-11-13T20:33:38Z</dcterms:modified>
</cp:coreProperties>
</file>